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58" r:id="rId5"/>
    <p:sldId id="335" r:id="rId6"/>
    <p:sldId id="338" r:id="rId7"/>
    <p:sldId id="339" r:id="rId8"/>
    <p:sldId id="288" r:id="rId9"/>
    <p:sldId id="34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F8A95A-A013-44BA-B9A5-A0D7B6FE7231}" v="54" dt="2026-09-14T16:59:19.6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a S" userId="ca264d3bf1db3faf" providerId="LiveId" clId="{FCF8A95A-A013-44BA-B9A5-A0D7B6FE7231}"/>
    <pc:docChg chg="undo redo custSel addSld delSld modSld">
      <pc:chgData name="Maha S" userId="ca264d3bf1db3faf" providerId="LiveId" clId="{FCF8A95A-A013-44BA-B9A5-A0D7B6FE7231}" dt="2026-09-14T16:59:18.713" v="853"/>
      <pc:docMkLst>
        <pc:docMk/>
      </pc:docMkLst>
      <pc:sldChg chg="addSp delSp modSp mod">
        <pc:chgData name="Maha S" userId="ca264d3bf1db3faf" providerId="LiveId" clId="{FCF8A95A-A013-44BA-B9A5-A0D7B6FE7231}" dt="2026-09-14T16:03:15.589" v="24" actId="14100"/>
        <pc:sldMkLst>
          <pc:docMk/>
          <pc:sldMk cId="4287152477" sldId="256"/>
        </pc:sldMkLst>
        <pc:spChg chg="add del">
          <ac:chgData name="Maha S" userId="ca264d3bf1db3faf" providerId="LiveId" clId="{FCF8A95A-A013-44BA-B9A5-A0D7B6FE7231}" dt="2026-09-14T16:01:34.258" v="12" actId="478"/>
          <ac:spMkLst>
            <pc:docMk/>
            <pc:sldMk cId="4287152477" sldId="256"/>
            <ac:spMk id="2" creationId="{079A8945-BF48-196B-B275-BE7073677662}"/>
          </ac:spMkLst>
        </pc:spChg>
        <pc:spChg chg="add mod">
          <ac:chgData name="Maha S" userId="ca264d3bf1db3faf" providerId="LiveId" clId="{FCF8A95A-A013-44BA-B9A5-A0D7B6FE7231}" dt="2026-09-14T16:03:14.474" v="22" actId="1076"/>
          <ac:spMkLst>
            <pc:docMk/>
            <pc:sldMk cId="4287152477" sldId="256"/>
            <ac:spMk id="3" creationId="{4E02CCDE-8074-BCD5-8259-AD270633D1AD}"/>
          </ac:spMkLst>
        </pc:spChg>
        <pc:spChg chg="mod">
          <ac:chgData name="Maha S" userId="ca264d3bf1db3faf" providerId="LiveId" clId="{FCF8A95A-A013-44BA-B9A5-A0D7B6FE7231}" dt="2026-09-14T16:03:15.589" v="24" actId="14100"/>
          <ac:spMkLst>
            <pc:docMk/>
            <pc:sldMk cId="4287152477" sldId="256"/>
            <ac:spMk id="7" creationId="{94A42B53-A6A2-D9EE-9C11-93B2DD133EC6}"/>
          </ac:spMkLst>
        </pc:spChg>
      </pc:sldChg>
      <pc:sldChg chg="modSp mod">
        <pc:chgData name="Maha S" userId="ca264d3bf1db3faf" providerId="LiveId" clId="{FCF8A95A-A013-44BA-B9A5-A0D7B6FE7231}" dt="2026-09-14T16:18:22.353" v="193" actId="1076"/>
        <pc:sldMkLst>
          <pc:docMk/>
          <pc:sldMk cId="1224762494" sldId="257"/>
        </pc:sldMkLst>
        <pc:spChg chg="mod">
          <ac:chgData name="Maha S" userId="ca264d3bf1db3faf" providerId="LiveId" clId="{FCF8A95A-A013-44BA-B9A5-A0D7B6FE7231}" dt="2026-09-14T16:06:15.771" v="44" actId="113"/>
          <ac:spMkLst>
            <pc:docMk/>
            <pc:sldMk cId="1224762494" sldId="257"/>
            <ac:spMk id="5" creationId="{D2CE8F8A-EBA5-4FE6-024F-09ABCBBB1C0F}"/>
          </ac:spMkLst>
        </pc:spChg>
        <pc:spChg chg="mod">
          <ac:chgData name="Maha S" userId="ca264d3bf1db3faf" providerId="LiveId" clId="{FCF8A95A-A013-44BA-B9A5-A0D7B6FE7231}" dt="2026-09-14T16:05:46.180" v="40" actId="1076"/>
          <ac:spMkLst>
            <pc:docMk/>
            <pc:sldMk cId="1224762494" sldId="257"/>
            <ac:spMk id="22" creationId="{5CB32E9E-F2C0-498B-5C89-734497484E5C}"/>
          </ac:spMkLst>
        </pc:spChg>
        <pc:spChg chg="mod">
          <ac:chgData name="Maha S" userId="ca264d3bf1db3faf" providerId="LiveId" clId="{FCF8A95A-A013-44BA-B9A5-A0D7B6FE7231}" dt="2026-09-14T16:05:37.230" v="38" actId="1076"/>
          <ac:spMkLst>
            <pc:docMk/>
            <pc:sldMk cId="1224762494" sldId="257"/>
            <ac:spMk id="23" creationId="{0D27632F-FD4B-A851-DAAB-28EE627C7068}"/>
          </ac:spMkLst>
        </pc:spChg>
        <pc:spChg chg="mod">
          <ac:chgData name="Maha S" userId="ca264d3bf1db3faf" providerId="LiveId" clId="{FCF8A95A-A013-44BA-B9A5-A0D7B6FE7231}" dt="2026-09-14T16:05:41.289" v="39" actId="1076"/>
          <ac:spMkLst>
            <pc:docMk/>
            <pc:sldMk cId="1224762494" sldId="257"/>
            <ac:spMk id="24" creationId="{DD5D153C-B6E0-A123-3E15-18A27A8BCD8F}"/>
          </ac:spMkLst>
        </pc:spChg>
        <pc:grpChg chg="mod">
          <ac:chgData name="Maha S" userId="ca264d3bf1db3faf" providerId="LiveId" clId="{FCF8A95A-A013-44BA-B9A5-A0D7B6FE7231}" dt="2026-09-14T16:18:22.353" v="193" actId="1076"/>
          <ac:grpSpMkLst>
            <pc:docMk/>
            <pc:sldMk cId="1224762494" sldId="257"/>
            <ac:grpSpMk id="28" creationId="{4C1C1B0B-21C2-3D9A-7298-6E3EFB95B9CC}"/>
          </ac:grpSpMkLst>
        </pc:grpChg>
      </pc:sldChg>
      <pc:sldChg chg="addSp modSp mod">
        <pc:chgData name="Maha S" userId="ca264d3bf1db3faf" providerId="LiveId" clId="{FCF8A95A-A013-44BA-B9A5-A0D7B6FE7231}" dt="2026-09-14T16:38:19.716" v="653" actId="2711"/>
        <pc:sldMkLst>
          <pc:docMk/>
          <pc:sldMk cId="3138825677" sldId="258"/>
        </pc:sldMkLst>
        <pc:spChg chg="mod">
          <ac:chgData name="Maha S" userId="ca264d3bf1db3faf" providerId="LiveId" clId="{FCF8A95A-A013-44BA-B9A5-A0D7B6FE7231}" dt="2026-09-14T16:13:51.592" v="157" actId="113"/>
          <ac:spMkLst>
            <pc:docMk/>
            <pc:sldMk cId="3138825677" sldId="258"/>
            <ac:spMk id="2" creationId="{57DBF225-6A74-EE52-E5DE-1C87A052A1C0}"/>
          </ac:spMkLst>
        </pc:spChg>
        <pc:spChg chg="add mod">
          <ac:chgData name="Maha S" userId="ca264d3bf1db3faf" providerId="LiveId" clId="{FCF8A95A-A013-44BA-B9A5-A0D7B6FE7231}" dt="2026-09-14T16:15:07.793" v="162" actId="1076"/>
          <ac:spMkLst>
            <pc:docMk/>
            <pc:sldMk cId="3138825677" sldId="258"/>
            <ac:spMk id="3" creationId="{2FA999EB-A282-A3F2-E5C6-F280A5D6DB65}"/>
          </ac:spMkLst>
        </pc:spChg>
        <pc:spChg chg="mod">
          <ac:chgData name="Maha S" userId="ca264d3bf1db3faf" providerId="LiveId" clId="{FCF8A95A-A013-44BA-B9A5-A0D7B6FE7231}" dt="2026-09-14T16:37:51.599" v="650" actId="20577"/>
          <ac:spMkLst>
            <pc:docMk/>
            <pc:sldMk cId="3138825677" sldId="258"/>
            <ac:spMk id="8" creationId="{9A2DEE67-89D7-CB8B-BF1E-09DBCF3413ED}"/>
          </ac:spMkLst>
        </pc:spChg>
        <pc:spChg chg="mod">
          <ac:chgData name="Maha S" userId="ca264d3bf1db3faf" providerId="LiveId" clId="{FCF8A95A-A013-44BA-B9A5-A0D7B6FE7231}" dt="2026-09-14T16:38:19.716" v="653" actId="2711"/>
          <ac:spMkLst>
            <pc:docMk/>
            <pc:sldMk cId="3138825677" sldId="258"/>
            <ac:spMk id="9" creationId="{DCB7BF21-E0AD-5746-62B2-01024D757E72}"/>
          </ac:spMkLst>
        </pc:spChg>
      </pc:sldChg>
      <pc:sldChg chg="addSp delSp modSp mod">
        <pc:chgData name="Maha S" userId="ca264d3bf1db3faf" providerId="LiveId" clId="{FCF8A95A-A013-44BA-B9A5-A0D7B6FE7231}" dt="2026-09-14T16:13:12.492" v="154" actId="1076"/>
        <pc:sldMkLst>
          <pc:docMk/>
          <pc:sldMk cId="1134063685" sldId="259"/>
        </pc:sldMkLst>
        <pc:spChg chg="mod">
          <ac:chgData name="Maha S" userId="ca264d3bf1db3faf" providerId="LiveId" clId="{FCF8A95A-A013-44BA-B9A5-A0D7B6FE7231}" dt="2026-09-14T16:07:06.645" v="47" actId="113"/>
          <ac:spMkLst>
            <pc:docMk/>
            <pc:sldMk cId="1134063685" sldId="259"/>
            <ac:spMk id="2" creationId="{285CF977-C9AD-4D7D-E4C7-F71F33F7FD51}"/>
          </ac:spMkLst>
        </pc:spChg>
        <pc:spChg chg="add del mod">
          <ac:chgData name="Maha S" userId="ca264d3bf1db3faf" providerId="LiveId" clId="{FCF8A95A-A013-44BA-B9A5-A0D7B6FE7231}" dt="2026-09-14T16:08:47.559" v="75" actId="2711"/>
          <ac:spMkLst>
            <pc:docMk/>
            <pc:sldMk cId="1134063685" sldId="259"/>
            <ac:spMk id="3" creationId="{883C0B81-1B49-0BE2-8E58-AE1FF0E53002}"/>
          </ac:spMkLst>
        </pc:spChg>
        <pc:spChg chg="add mod">
          <ac:chgData name="Maha S" userId="ca264d3bf1db3faf" providerId="LiveId" clId="{FCF8A95A-A013-44BA-B9A5-A0D7B6FE7231}" dt="2026-09-14T16:10:57.593" v="127" actId="1076"/>
          <ac:spMkLst>
            <pc:docMk/>
            <pc:sldMk cId="1134063685" sldId="259"/>
            <ac:spMk id="4" creationId="{560C8206-AC05-6354-9846-BC48967AEA02}"/>
          </ac:spMkLst>
        </pc:spChg>
        <pc:spChg chg="add mod">
          <ac:chgData name="Maha S" userId="ca264d3bf1db3faf" providerId="LiveId" clId="{FCF8A95A-A013-44BA-B9A5-A0D7B6FE7231}" dt="2026-09-14T16:11:19.845" v="144" actId="20577"/>
          <ac:spMkLst>
            <pc:docMk/>
            <pc:sldMk cId="1134063685" sldId="259"/>
            <ac:spMk id="5" creationId="{CB68814C-0D02-D24B-DD26-7089FD18ECD7}"/>
          </ac:spMkLst>
        </pc:spChg>
        <pc:spChg chg="add mod">
          <ac:chgData name="Maha S" userId="ca264d3bf1db3faf" providerId="LiveId" clId="{FCF8A95A-A013-44BA-B9A5-A0D7B6FE7231}" dt="2026-09-14T16:10:40.144" v="124" actId="20577"/>
          <ac:spMkLst>
            <pc:docMk/>
            <pc:sldMk cId="1134063685" sldId="259"/>
            <ac:spMk id="6" creationId="{545BF576-7DB9-682D-4338-84248A2646B3}"/>
          </ac:spMkLst>
        </pc:spChg>
        <pc:spChg chg="mod">
          <ac:chgData name="Maha S" userId="ca264d3bf1db3faf" providerId="LiveId" clId="{FCF8A95A-A013-44BA-B9A5-A0D7B6FE7231}" dt="2026-09-14T16:13:12.492" v="154" actId="1076"/>
          <ac:spMkLst>
            <pc:docMk/>
            <pc:sldMk cId="1134063685" sldId="259"/>
            <ac:spMk id="8" creationId="{A0495A02-0465-0814-9479-145B8D157574}"/>
          </ac:spMkLst>
        </pc:spChg>
        <pc:spChg chg="mod">
          <ac:chgData name="Maha S" userId="ca264d3bf1db3faf" providerId="LiveId" clId="{FCF8A95A-A013-44BA-B9A5-A0D7B6FE7231}" dt="2026-09-14T16:08:07.858" v="54" actId="2711"/>
          <ac:spMkLst>
            <pc:docMk/>
            <pc:sldMk cId="1134063685" sldId="259"/>
            <ac:spMk id="528" creationId="{FF524EC5-1300-8855-580A-4AC847556611}"/>
          </ac:spMkLst>
        </pc:spChg>
        <pc:spChg chg="mod">
          <ac:chgData name="Maha S" userId="ca264d3bf1db3faf" providerId="LiveId" clId="{FCF8A95A-A013-44BA-B9A5-A0D7B6FE7231}" dt="2026-09-14T16:09:26.816" v="81" actId="20577"/>
          <ac:spMkLst>
            <pc:docMk/>
            <pc:sldMk cId="1134063685" sldId="259"/>
            <ac:spMk id="529" creationId="{65FDC0FE-3FD0-391C-5FB4-6D02EA778110}"/>
          </ac:spMkLst>
        </pc:spChg>
        <pc:spChg chg="mod">
          <ac:chgData name="Maha S" userId="ca264d3bf1db3faf" providerId="LiveId" clId="{FCF8A95A-A013-44BA-B9A5-A0D7B6FE7231}" dt="2026-09-14T16:12:20.657" v="151" actId="1076"/>
          <ac:spMkLst>
            <pc:docMk/>
            <pc:sldMk cId="1134063685" sldId="259"/>
            <ac:spMk id="530" creationId="{90D4F77E-8923-D00D-9ADB-4BB7187B87D8}"/>
          </ac:spMkLst>
        </pc:spChg>
        <pc:spChg chg="mod">
          <ac:chgData name="Maha S" userId="ca264d3bf1db3faf" providerId="LiveId" clId="{FCF8A95A-A013-44BA-B9A5-A0D7B6FE7231}" dt="2026-09-14T16:12:27.135" v="152" actId="1076"/>
          <ac:spMkLst>
            <pc:docMk/>
            <pc:sldMk cId="1134063685" sldId="259"/>
            <ac:spMk id="531" creationId="{26F8A485-D876-F2F7-4DEA-AD5EDD256E3B}"/>
          </ac:spMkLst>
        </pc:spChg>
      </pc:sldChg>
      <pc:sldChg chg="del">
        <pc:chgData name="Maha S" userId="ca264d3bf1db3faf" providerId="LiveId" clId="{FCF8A95A-A013-44BA-B9A5-A0D7B6FE7231}" dt="2026-09-14T16:15:44.080" v="163" actId="2696"/>
        <pc:sldMkLst>
          <pc:docMk/>
          <pc:sldMk cId="644173998" sldId="260"/>
        </pc:sldMkLst>
      </pc:sldChg>
      <pc:sldChg chg="del">
        <pc:chgData name="Maha S" userId="ca264d3bf1db3faf" providerId="LiveId" clId="{FCF8A95A-A013-44BA-B9A5-A0D7B6FE7231}" dt="2026-09-14T16:49:45.634" v="742" actId="2696"/>
        <pc:sldMkLst>
          <pc:docMk/>
          <pc:sldMk cId="67239972" sldId="283"/>
        </pc:sldMkLst>
      </pc:sldChg>
      <pc:sldChg chg="del">
        <pc:chgData name="Maha S" userId="ca264d3bf1db3faf" providerId="LiveId" clId="{FCF8A95A-A013-44BA-B9A5-A0D7B6FE7231}" dt="2026-09-14T16:49:48.748" v="743" actId="2696"/>
        <pc:sldMkLst>
          <pc:docMk/>
          <pc:sldMk cId="4132090252" sldId="287"/>
        </pc:sldMkLst>
      </pc:sldChg>
      <pc:sldChg chg="addSp delSp modSp mod">
        <pc:chgData name="Maha S" userId="ca264d3bf1db3faf" providerId="LiveId" clId="{FCF8A95A-A013-44BA-B9A5-A0D7B6FE7231}" dt="2026-09-14T16:59:18.713" v="853"/>
        <pc:sldMkLst>
          <pc:docMk/>
          <pc:sldMk cId="3960554844" sldId="288"/>
        </pc:sldMkLst>
        <pc:spChg chg="add">
          <ac:chgData name="Maha S" userId="ca264d3bf1db3faf" providerId="LiveId" clId="{FCF8A95A-A013-44BA-B9A5-A0D7B6FE7231}" dt="2026-09-14T16:51:13.027" v="756"/>
          <ac:spMkLst>
            <pc:docMk/>
            <pc:sldMk cId="3960554844" sldId="288"/>
            <ac:spMk id="2" creationId="{C783EE56-8DA6-F9D5-0AE1-E61C98D7FB44}"/>
          </ac:spMkLst>
        </pc:spChg>
        <pc:spChg chg="add del mod">
          <ac:chgData name="Maha S" userId="ca264d3bf1db3faf" providerId="LiveId" clId="{FCF8A95A-A013-44BA-B9A5-A0D7B6FE7231}" dt="2026-09-14T16:59:17.511" v="852" actId="113"/>
          <ac:spMkLst>
            <pc:docMk/>
            <pc:sldMk cId="3960554844" sldId="288"/>
            <ac:spMk id="3" creationId="{6ED76D30-1808-2F29-DB9D-2FFDFA04812E}"/>
          </ac:spMkLst>
        </pc:spChg>
        <pc:spChg chg="add mod">
          <ac:chgData name="Maha S" userId="ca264d3bf1db3faf" providerId="LiveId" clId="{FCF8A95A-A013-44BA-B9A5-A0D7B6FE7231}" dt="2026-09-14T16:56:54.037" v="818" actId="14100"/>
          <ac:spMkLst>
            <pc:docMk/>
            <pc:sldMk cId="3960554844" sldId="288"/>
            <ac:spMk id="4" creationId="{4CE49E7E-72F0-9F27-4B5A-5CBA696CB995}"/>
          </ac:spMkLst>
        </pc:spChg>
        <pc:spChg chg="del mod">
          <ac:chgData name="Maha S" userId="ca264d3bf1db3faf" providerId="LiveId" clId="{FCF8A95A-A013-44BA-B9A5-A0D7B6FE7231}" dt="2026-09-14T16:53:02.508" v="778" actId="478"/>
          <ac:spMkLst>
            <pc:docMk/>
            <pc:sldMk cId="3960554844" sldId="288"/>
            <ac:spMk id="5" creationId="{74C21A40-6323-092A-BB14-79BBDD63657F}"/>
          </ac:spMkLst>
        </pc:spChg>
        <pc:spChg chg="add del mod">
          <ac:chgData name="Maha S" userId="ca264d3bf1db3faf" providerId="LiveId" clId="{FCF8A95A-A013-44BA-B9A5-A0D7B6FE7231}" dt="2026-09-14T16:51:30.120" v="760" actId="478"/>
          <ac:spMkLst>
            <pc:docMk/>
            <pc:sldMk cId="3960554844" sldId="288"/>
            <ac:spMk id="6" creationId="{80B179FA-5351-9CDF-F9AD-38994A58A007}"/>
          </ac:spMkLst>
        </pc:spChg>
        <pc:spChg chg="mod">
          <ac:chgData name="Maha S" userId="ca264d3bf1db3faf" providerId="LiveId" clId="{FCF8A95A-A013-44BA-B9A5-A0D7B6FE7231}" dt="2026-09-14T16:50:37.157" v="751" actId="2711"/>
          <ac:spMkLst>
            <pc:docMk/>
            <pc:sldMk cId="3960554844" sldId="288"/>
            <ac:spMk id="7" creationId="{2345220D-279F-47ED-A3F2-2EB1243FCAC2}"/>
          </ac:spMkLst>
        </pc:spChg>
        <pc:spChg chg="add mod ord">
          <ac:chgData name="Maha S" userId="ca264d3bf1db3faf" providerId="LiveId" clId="{FCF8A95A-A013-44BA-B9A5-A0D7B6FE7231}" dt="2026-09-14T16:56:49.044" v="817" actId="14100"/>
          <ac:spMkLst>
            <pc:docMk/>
            <pc:sldMk cId="3960554844" sldId="288"/>
            <ac:spMk id="9" creationId="{F0137068-D522-2086-3A7B-A79ABCFE0A78}"/>
          </ac:spMkLst>
        </pc:spChg>
        <pc:spChg chg="add mod ord">
          <ac:chgData name="Maha S" userId="ca264d3bf1db3faf" providerId="LiveId" clId="{FCF8A95A-A013-44BA-B9A5-A0D7B6FE7231}" dt="2026-09-14T16:55:01.214" v="797" actId="13822"/>
          <ac:spMkLst>
            <pc:docMk/>
            <pc:sldMk cId="3960554844" sldId="288"/>
            <ac:spMk id="10" creationId="{974D6A93-3770-8A28-35F5-A7BD66CC2E16}"/>
          </ac:spMkLst>
        </pc:spChg>
        <pc:spChg chg="add mod">
          <ac:chgData name="Maha S" userId="ca264d3bf1db3faf" providerId="LiveId" clId="{FCF8A95A-A013-44BA-B9A5-A0D7B6FE7231}" dt="2026-09-14T16:54:28.497" v="794" actId="1076"/>
          <ac:spMkLst>
            <pc:docMk/>
            <pc:sldMk cId="3960554844" sldId="288"/>
            <ac:spMk id="11" creationId="{7350EEF3-5468-0032-189E-914B5713E4B2}"/>
          </ac:spMkLst>
        </pc:spChg>
        <pc:spChg chg="add mod ord">
          <ac:chgData name="Maha S" userId="ca264d3bf1db3faf" providerId="LiveId" clId="{FCF8A95A-A013-44BA-B9A5-A0D7B6FE7231}" dt="2026-09-14T16:55:14.798" v="802" actId="13822"/>
          <ac:spMkLst>
            <pc:docMk/>
            <pc:sldMk cId="3960554844" sldId="288"/>
            <ac:spMk id="12" creationId="{09A1A390-C8AE-6951-558C-54E552911746}"/>
          </ac:spMkLst>
        </pc:spChg>
        <pc:spChg chg="add mod">
          <ac:chgData name="Maha S" userId="ca264d3bf1db3faf" providerId="LiveId" clId="{FCF8A95A-A013-44BA-B9A5-A0D7B6FE7231}" dt="2026-09-14T16:56:13.072" v="812" actId="14100"/>
          <ac:spMkLst>
            <pc:docMk/>
            <pc:sldMk cId="3960554844" sldId="288"/>
            <ac:spMk id="13" creationId="{F3A90DB6-FAA6-C562-1F98-9E542FC77774}"/>
          </ac:spMkLst>
        </pc:spChg>
        <pc:spChg chg="add mod">
          <ac:chgData name="Maha S" userId="ca264d3bf1db3faf" providerId="LiveId" clId="{FCF8A95A-A013-44BA-B9A5-A0D7B6FE7231}" dt="2026-09-14T16:59:18.713" v="853"/>
          <ac:spMkLst>
            <pc:docMk/>
            <pc:sldMk cId="3960554844" sldId="288"/>
            <ac:spMk id="14" creationId="{B379E6CB-A232-8F7D-F313-1D28DA362ED5}"/>
          </ac:spMkLst>
        </pc:spChg>
      </pc:sldChg>
      <pc:sldChg chg="del">
        <pc:chgData name="Maha S" userId="ca264d3bf1db3faf" providerId="LiveId" clId="{FCF8A95A-A013-44BA-B9A5-A0D7B6FE7231}" dt="2026-09-14T16:50:02.675" v="746" actId="2696"/>
        <pc:sldMkLst>
          <pc:docMk/>
          <pc:sldMk cId="3736720397" sldId="289"/>
        </pc:sldMkLst>
      </pc:sldChg>
      <pc:sldChg chg="del">
        <pc:chgData name="Maha S" userId="ca264d3bf1db3faf" providerId="LiveId" clId="{FCF8A95A-A013-44BA-B9A5-A0D7B6FE7231}" dt="2026-09-14T16:49:52.223" v="744" actId="2696"/>
        <pc:sldMkLst>
          <pc:docMk/>
          <pc:sldMk cId="1557089127" sldId="312"/>
        </pc:sldMkLst>
      </pc:sldChg>
      <pc:sldChg chg="del">
        <pc:chgData name="Maha S" userId="ca264d3bf1db3faf" providerId="LiveId" clId="{FCF8A95A-A013-44BA-B9A5-A0D7B6FE7231}" dt="2026-09-14T16:49:55.081" v="745" actId="2696"/>
        <pc:sldMkLst>
          <pc:docMk/>
          <pc:sldMk cId="3230126910" sldId="313"/>
        </pc:sldMkLst>
      </pc:sldChg>
      <pc:sldChg chg="del">
        <pc:chgData name="Maha S" userId="ca264d3bf1db3faf" providerId="LiveId" clId="{FCF8A95A-A013-44BA-B9A5-A0D7B6FE7231}" dt="2026-09-14T16:50:07.340" v="747" actId="2696"/>
        <pc:sldMkLst>
          <pc:docMk/>
          <pc:sldMk cId="1556780343" sldId="333"/>
        </pc:sldMkLst>
      </pc:sldChg>
      <pc:sldChg chg="del">
        <pc:chgData name="Maha S" userId="ca264d3bf1db3faf" providerId="LiveId" clId="{FCF8A95A-A013-44BA-B9A5-A0D7B6FE7231}" dt="2026-09-14T16:50:12.329" v="748" actId="2696"/>
        <pc:sldMkLst>
          <pc:docMk/>
          <pc:sldMk cId="3266056397" sldId="334"/>
        </pc:sldMkLst>
      </pc:sldChg>
      <pc:sldChg chg="addSp delSp modSp new mod">
        <pc:chgData name="Maha S" userId="ca264d3bf1db3faf" providerId="LiveId" clId="{FCF8A95A-A013-44BA-B9A5-A0D7B6FE7231}" dt="2026-09-14T16:30:37.777" v="586" actId="14100"/>
        <pc:sldMkLst>
          <pc:docMk/>
          <pc:sldMk cId="1363285061" sldId="335"/>
        </pc:sldMkLst>
        <pc:spChg chg="add mod">
          <ac:chgData name="Maha S" userId="ca264d3bf1db3faf" providerId="LiveId" clId="{FCF8A95A-A013-44BA-B9A5-A0D7B6FE7231}" dt="2026-09-14T16:29:46.854" v="579" actId="1076"/>
          <ac:spMkLst>
            <pc:docMk/>
            <pc:sldMk cId="1363285061" sldId="335"/>
            <ac:spMk id="2" creationId="{700EC3E2-9D2B-41E7-E9E3-5697EF33426A}"/>
          </ac:spMkLst>
        </pc:spChg>
        <pc:spChg chg="add mod">
          <ac:chgData name="Maha S" userId="ca264d3bf1db3faf" providerId="LiveId" clId="{FCF8A95A-A013-44BA-B9A5-A0D7B6FE7231}" dt="2026-09-14T16:29:46.854" v="579" actId="1076"/>
          <ac:spMkLst>
            <pc:docMk/>
            <pc:sldMk cId="1363285061" sldId="335"/>
            <ac:spMk id="3" creationId="{2E411C27-8D9B-1867-BB67-B1C7C9F1E2B8}"/>
          </ac:spMkLst>
        </pc:spChg>
        <pc:spChg chg="add mod">
          <ac:chgData name="Maha S" userId="ca264d3bf1db3faf" providerId="LiveId" clId="{FCF8A95A-A013-44BA-B9A5-A0D7B6FE7231}" dt="2026-09-14T16:29:46.854" v="579" actId="1076"/>
          <ac:spMkLst>
            <pc:docMk/>
            <pc:sldMk cId="1363285061" sldId="335"/>
            <ac:spMk id="4" creationId="{33F4D774-75C6-834D-5205-6D7FB8B25D86}"/>
          </ac:spMkLst>
        </pc:spChg>
        <pc:spChg chg="add mod">
          <ac:chgData name="Maha S" userId="ca264d3bf1db3faf" providerId="LiveId" clId="{FCF8A95A-A013-44BA-B9A5-A0D7B6FE7231}" dt="2026-09-14T16:29:46.854" v="579" actId="1076"/>
          <ac:spMkLst>
            <pc:docMk/>
            <pc:sldMk cId="1363285061" sldId="335"/>
            <ac:spMk id="5" creationId="{3DE2EBC3-BBF4-1DD6-EA3A-DD83CBB3AB34}"/>
          </ac:spMkLst>
        </pc:spChg>
        <pc:spChg chg="add mod">
          <ac:chgData name="Maha S" userId="ca264d3bf1db3faf" providerId="LiveId" clId="{FCF8A95A-A013-44BA-B9A5-A0D7B6FE7231}" dt="2026-09-14T16:29:46.854" v="579" actId="1076"/>
          <ac:spMkLst>
            <pc:docMk/>
            <pc:sldMk cId="1363285061" sldId="335"/>
            <ac:spMk id="6" creationId="{2E51CAA8-241E-AA13-3165-EA48A2320117}"/>
          </ac:spMkLst>
        </pc:spChg>
        <pc:spChg chg="add mod">
          <ac:chgData name="Maha S" userId="ca264d3bf1db3faf" providerId="LiveId" clId="{FCF8A95A-A013-44BA-B9A5-A0D7B6FE7231}" dt="2026-09-14T16:29:46.854" v="579" actId="1076"/>
          <ac:spMkLst>
            <pc:docMk/>
            <pc:sldMk cId="1363285061" sldId="335"/>
            <ac:spMk id="7" creationId="{78B0819A-547F-F733-AC85-0724E636A402}"/>
          </ac:spMkLst>
        </pc:spChg>
        <pc:spChg chg="add mod">
          <ac:chgData name="Maha S" userId="ca264d3bf1db3faf" providerId="LiveId" clId="{FCF8A95A-A013-44BA-B9A5-A0D7B6FE7231}" dt="2026-09-14T16:29:46.854" v="579" actId="1076"/>
          <ac:spMkLst>
            <pc:docMk/>
            <pc:sldMk cId="1363285061" sldId="335"/>
            <ac:spMk id="8" creationId="{D4CC1369-7D90-A1DA-F701-2CB989F08292}"/>
          </ac:spMkLst>
        </pc:spChg>
        <pc:spChg chg="add mod">
          <ac:chgData name="Maha S" userId="ca264d3bf1db3faf" providerId="LiveId" clId="{FCF8A95A-A013-44BA-B9A5-A0D7B6FE7231}" dt="2026-09-14T16:21:12.584" v="223" actId="2711"/>
          <ac:spMkLst>
            <pc:docMk/>
            <pc:sldMk cId="1363285061" sldId="335"/>
            <ac:spMk id="9" creationId="{84B7FE0F-9BA7-E737-AC80-1EB032482DD0}"/>
          </ac:spMkLst>
        </pc:spChg>
        <pc:spChg chg="add mod">
          <ac:chgData name="Maha S" userId="ca264d3bf1db3faf" providerId="LiveId" clId="{FCF8A95A-A013-44BA-B9A5-A0D7B6FE7231}" dt="2026-09-14T16:29:46.854" v="579" actId="1076"/>
          <ac:spMkLst>
            <pc:docMk/>
            <pc:sldMk cId="1363285061" sldId="335"/>
            <ac:spMk id="10" creationId="{D500B3E8-1FF1-3870-46DD-9FEF63CEBFBE}"/>
          </ac:spMkLst>
        </pc:spChg>
        <pc:spChg chg="add del mod">
          <ac:chgData name="Maha S" userId="ca264d3bf1db3faf" providerId="LiveId" clId="{FCF8A95A-A013-44BA-B9A5-A0D7B6FE7231}" dt="2026-09-14T16:23:00.209" v="252" actId="478"/>
          <ac:spMkLst>
            <pc:docMk/>
            <pc:sldMk cId="1363285061" sldId="335"/>
            <ac:spMk id="11" creationId="{5656D23A-7EED-6EB7-88DB-5AFC5B596650}"/>
          </ac:spMkLst>
        </pc:spChg>
        <pc:spChg chg="add mod">
          <ac:chgData name="Maha S" userId="ca264d3bf1db3faf" providerId="LiveId" clId="{FCF8A95A-A013-44BA-B9A5-A0D7B6FE7231}" dt="2026-09-14T16:29:46.854" v="579" actId="1076"/>
          <ac:spMkLst>
            <pc:docMk/>
            <pc:sldMk cId="1363285061" sldId="335"/>
            <ac:spMk id="12" creationId="{B29BADBC-5A09-9E37-4307-F2907197F794}"/>
          </ac:spMkLst>
        </pc:spChg>
        <pc:spChg chg="add mod">
          <ac:chgData name="Maha S" userId="ca264d3bf1db3faf" providerId="LiveId" clId="{FCF8A95A-A013-44BA-B9A5-A0D7B6FE7231}" dt="2026-09-14T16:27:45.310" v="562" actId="20577"/>
          <ac:spMkLst>
            <pc:docMk/>
            <pc:sldMk cId="1363285061" sldId="335"/>
            <ac:spMk id="13" creationId="{274947DA-BE5E-EA07-404B-6C9388CF2738}"/>
          </ac:spMkLst>
        </pc:spChg>
        <pc:spChg chg="add mod">
          <ac:chgData name="Maha S" userId="ca264d3bf1db3faf" providerId="LiveId" clId="{FCF8A95A-A013-44BA-B9A5-A0D7B6FE7231}" dt="2026-09-14T16:29:46.854" v="579" actId="1076"/>
          <ac:spMkLst>
            <pc:docMk/>
            <pc:sldMk cId="1363285061" sldId="335"/>
            <ac:spMk id="14" creationId="{18E0A06E-1A41-5551-5E7D-B7DCE66390EC}"/>
          </ac:spMkLst>
        </pc:spChg>
        <pc:spChg chg="add mod">
          <ac:chgData name="Maha S" userId="ca264d3bf1db3faf" providerId="LiveId" clId="{FCF8A95A-A013-44BA-B9A5-A0D7B6FE7231}" dt="2026-09-14T16:30:37.777" v="586" actId="14100"/>
          <ac:spMkLst>
            <pc:docMk/>
            <pc:sldMk cId="1363285061" sldId="335"/>
            <ac:spMk id="15" creationId="{253849F3-DEE9-88AD-484C-9CE8CB254B10}"/>
          </ac:spMkLst>
        </pc:spChg>
      </pc:sldChg>
      <pc:sldChg chg="new del">
        <pc:chgData name="Maha S" userId="ca264d3bf1db3faf" providerId="LiveId" clId="{FCF8A95A-A013-44BA-B9A5-A0D7B6FE7231}" dt="2026-09-14T16:31:02.537" v="589" actId="2696"/>
        <pc:sldMkLst>
          <pc:docMk/>
          <pc:sldMk cId="3879036912" sldId="336"/>
        </pc:sldMkLst>
      </pc:sldChg>
      <pc:sldChg chg="add del">
        <pc:chgData name="Maha S" userId="ca264d3bf1db3faf" providerId="LiveId" clId="{FCF8A95A-A013-44BA-B9A5-A0D7B6FE7231}" dt="2026-09-14T16:31:54.782" v="591" actId="2696"/>
        <pc:sldMkLst>
          <pc:docMk/>
          <pc:sldMk cId="1612150866" sldId="337"/>
        </pc:sldMkLst>
      </pc:sldChg>
      <pc:sldChg chg="addSp delSp modSp add mod">
        <pc:chgData name="Maha S" userId="ca264d3bf1db3faf" providerId="LiveId" clId="{FCF8A95A-A013-44BA-B9A5-A0D7B6FE7231}" dt="2026-09-14T16:36:06.675" v="643" actId="255"/>
        <pc:sldMkLst>
          <pc:docMk/>
          <pc:sldMk cId="1220490107" sldId="338"/>
        </pc:sldMkLst>
        <pc:spChg chg="add del">
          <ac:chgData name="Maha S" userId="ca264d3bf1db3faf" providerId="LiveId" clId="{FCF8A95A-A013-44BA-B9A5-A0D7B6FE7231}" dt="2026-09-14T16:34:54.537" v="625" actId="22"/>
          <ac:spMkLst>
            <pc:docMk/>
            <pc:sldMk cId="1220490107" sldId="338"/>
            <ac:spMk id="3" creationId="{63687363-DE63-E1D1-0D8E-ED57B41C0229}"/>
          </ac:spMkLst>
        </pc:spChg>
        <pc:spChg chg="mod">
          <ac:chgData name="Maha S" userId="ca264d3bf1db3faf" providerId="LiveId" clId="{FCF8A95A-A013-44BA-B9A5-A0D7B6FE7231}" dt="2026-09-14T16:36:06.675" v="643" actId="255"/>
          <ac:spMkLst>
            <pc:docMk/>
            <pc:sldMk cId="1220490107" sldId="338"/>
            <ac:spMk id="5" creationId="{23C538F7-048B-19ED-933C-2F3AD835FF1E}"/>
          </ac:spMkLst>
        </pc:spChg>
        <pc:spChg chg="mod">
          <ac:chgData name="Maha S" userId="ca264d3bf1db3faf" providerId="LiveId" clId="{FCF8A95A-A013-44BA-B9A5-A0D7B6FE7231}" dt="2026-09-14T16:33:15.016" v="605" actId="1076"/>
          <ac:spMkLst>
            <pc:docMk/>
            <pc:sldMk cId="1220490107" sldId="338"/>
            <ac:spMk id="22" creationId="{81A404F5-E393-8E90-3241-8EA2AFD61B69}"/>
          </ac:spMkLst>
        </pc:spChg>
        <pc:spChg chg="mod">
          <ac:chgData name="Maha S" userId="ca264d3bf1db3faf" providerId="LiveId" clId="{FCF8A95A-A013-44BA-B9A5-A0D7B6FE7231}" dt="2026-09-14T16:34:37.927" v="622" actId="1076"/>
          <ac:spMkLst>
            <pc:docMk/>
            <pc:sldMk cId="1220490107" sldId="338"/>
            <ac:spMk id="23" creationId="{1F183A26-8BCC-C8BD-0ACA-EE2F240D7048}"/>
          </ac:spMkLst>
        </pc:spChg>
        <pc:spChg chg="mod">
          <ac:chgData name="Maha S" userId="ca264d3bf1db3faf" providerId="LiveId" clId="{FCF8A95A-A013-44BA-B9A5-A0D7B6FE7231}" dt="2026-09-14T16:35:25.848" v="634" actId="2711"/>
          <ac:spMkLst>
            <pc:docMk/>
            <pc:sldMk cId="1220490107" sldId="338"/>
            <ac:spMk id="24" creationId="{514F260C-0850-C767-2067-0FCFADEAD4FB}"/>
          </ac:spMkLst>
        </pc:spChg>
      </pc:sldChg>
      <pc:sldChg chg="addSp modSp new mod">
        <pc:chgData name="Maha S" userId="ca264d3bf1db3faf" providerId="LiveId" clId="{FCF8A95A-A013-44BA-B9A5-A0D7B6FE7231}" dt="2026-09-14T16:49:10.933" v="741" actId="1076"/>
        <pc:sldMkLst>
          <pc:docMk/>
          <pc:sldMk cId="738209099" sldId="339"/>
        </pc:sldMkLst>
        <pc:spChg chg="add mod">
          <ac:chgData name="Maha S" userId="ca264d3bf1db3faf" providerId="LiveId" clId="{FCF8A95A-A013-44BA-B9A5-A0D7B6FE7231}" dt="2026-09-14T16:47:00.793" v="714" actId="208"/>
          <ac:spMkLst>
            <pc:docMk/>
            <pc:sldMk cId="738209099" sldId="339"/>
            <ac:spMk id="3" creationId="{6BD6EA26-2889-3059-04CC-83C776028D79}"/>
          </ac:spMkLst>
        </pc:spChg>
        <pc:spChg chg="add mod">
          <ac:chgData name="Maha S" userId="ca264d3bf1db3faf" providerId="LiveId" clId="{FCF8A95A-A013-44BA-B9A5-A0D7B6FE7231}" dt="2026-09-14T16:49:10.933" v="741" actId="1076"/>
          <ac:spMkLst>
            <pc:docMk/>
            <pc:sldMk cId="738209099" sldId="339"/>
            <ac:spMk id="4" creationId="{075E1E74-648F-A0CF-AFE5-E5CFBB989B28}"/>
          </ac:spMkLst>
        </pc:spChg>
        <pc:spChg chg="add mod">
          <ac:chgData name="Maha S" userId="ca264d3bf1db3faf" providerId="LiveId" clId="{FCF8A95A-A013-44BA-B9A5-A0D7B6FE7231}" dt="2026-09-14T16:49:01.565" v="738" actId="1076"/>
          <ac:spMkLst>
            <pc:docMk/>
            <pc:sldMk cId="738209099" sldId="339"/>
            <ac:spMk id="5" creationId="{23EB10FD-F24B-1096-4CDB-E0E97D4E6876}"/>
          </ac:spMkLst>
        </pc:spChg>
        <pc:spChg chg="add mod">
          <ac:chgData name="Maha S" userId="ca264d3bf1db3faf" providerId="LiveId" clId="{FCF8A95A-A013-44BA-B9A5-A0D7B6FE7231}" dt="2026-09-14T16:49:04.201" v="739" actId="1076"/>
          <ac:spMkLst>
            <pc:docMk/>
            <pc:sldMk cId="738209099" sldId="339"/>
            <ac:spMk id="6" creationId="{4E3CC494-089B-0B43-43DA-DF26512C01AB}"/>
          </ac:spMkLst>
        </pc:spChg>
        <pc:spChg chg="add mod">
          <ac:chgData name="Maha S" userId="ca264d3bf1db3faf" providerId="LiveId" clId="{FCF8A95A-A013-44BA-B9A5-A0D7B6FE7231}" dt="2026-09-14T16:49:07.590" v="740" actId="1076"/>
          <ac:spMkLst>
            <pc:docMk/>
            <pc:sldMk cId="738209099" sldId="339"/>
            <ac:spMk id="7" creationId="{323F66BF-F134-87E6-0958-1D5CC527F2C6}"/>
          </ac:spMkLst>
        </pc:spChg>
        <pc:spChg chg="add mod">
          <ac:chgData name="Maha S" userId="ca264d3bf1db3faf" providerId="LiveId" clId="{FCF8A95A-A013-44BA-B9A5-A0D7B6FE7231}" dt="2026-09-14T16:47:54.813" v="724" actId="14100"/>
          <ac:spMkLst>
            <pc:docMk/>
            <pc:sldMk cId="738209099" sldId="339"/>
            <ac:spMk id="8" creationId="{0FBE26AC-D34C-AA91-100F-8CE47E18F6EB}"/>
          </ac:spMkLst>
        </pc:spChg>
        <pc:spChg chg="add mod">
          <ac:chgData name="Maha S" userId="ca264d3bf1db3faf" providerId="LiveId" clId="{FCF8A95A-A013-44BA-B9A5-A0D7B6FE7231}" dt="2026-09-14T16:46:39.919" v="712" actId="767"/>
          <ac:spMkLst>
            <pc:docMk/>
            <pc:sldMk cId="738209099" sldId="339"/>
            <ac:spMk id="9" creationId="{19A3D4A6-710A-85FB-2E24-562CC6373EA6}"/>
          </ac:spMkLst>
        </pc:spChg>
      </pc:sldChg>
      <pc:sldChg chg="add del">
        <pc:chgData name="Maha S" userId="ca264d3bf1db3faf" providerId="LiveId" clId="{FCF8A95A-A013-44BA-B9A5-A0D7B6FE7231}" dt="2026-09-14T16:32:01.457" v="593"/>
        <pc:sldMkLst>
          <pc:docMk/>
          <pc:sldMk cId="2253362022" sldId="339"/>
        </pc:sldMkLst>
      </pc:sldChg>
      <pc:sldChg chg="addSp modSp new mod">
        <pc:chgData name="Maha S" userId="ca264d3bf1db3faf" providerId="LiveId" clId="{FCF8A95A-A013-44BA-B9A5-A0D7B6FE7231}" dt="2026-09-14T16:59:02.537" v="851" actId="1076"/>
        <pc:sldMkLst>
          <pc:docMk/>
          <pc:sldMk cId="3305510075" sldId="340"/>
        </pc:sldMkLst>
        <pc:spChg chg="add mod">
          <ac:chgData name="Maha S" userId="ca264d3bf1db3faf" providerId="LiveId" clId="{FCF8A95A-A013-44BA-B9A5-A0D7B6FE7231}" dt="2026-09-14T16:59:02.537" v="851" actId="1076"/>
          <ac:spMkLst>
            <pc:docMk/>
            <pc:sldMk cId="3305510075" sldId="340"/>
            <ac:spMk id="2" creationId="{90723190-431B-2158-9EFD-6F537420642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3ECEC4-822E-4889-9D92-028E63E773D6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2C6579-442B-4C27-9550-FFF7D861ED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996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2C6579-442B-4C27-9550-FFF7D861ED8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22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B9993-FC12-C724-EB7F-F85077574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F7AC01-0997-5FFC-1EB1-389DC401BE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390CFB-6350-722E-6085-BB1966B01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E83BA-DC3D-37E5-36F2-981F963D74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2C6579-442B-4C27-9550-FFF7D861ED8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858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2C6579-442B-4C27-9550-FFF7D861ED8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957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07D33-F8E7-0586-9C28-7C0991E6A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A99B7E-82D5-7D83-2962-8CA581AD57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F5C25-BD9D-9522-A540-681B614AB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2107B-9583-4A0F-A028-4DED87B893F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194EF-7BBF-1E51-65C8-1C6ACB1B0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157DD-CA3C-98DB-4A9B-E3F10CA08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2D323-5DD7-41D6-A660-70EE613F3C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147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57668-800E-E7F9-5665-3ABE162A9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2708F-40FE-1718-AE31-F5C295B30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B8EFA-8997-E19A-CC51-0CDF0C133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2107B-9583-4A0F-A028-4DED87B893F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AFBCF-6875-91F2-42D4-DF193B424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FAD22-95DA-3448-BC37-FC57587E7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2D323-5DD7-41D6-A660-70EE613F3C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083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631B2-548C-BDA1-07BE-131482173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91521-5EA0-F58C-C289-22442C279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5157E-543C-53D6-8211-3A883D00D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2107B-9583-4A0F-A028-4DED87B893F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5C3B0-7E27-CE2B-DFE5-27DBFCA44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96ADF-E0BC-6C0D-F9CE-5F7169C5D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2D323-5DD7-41D6-A660-70EE613F3C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7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A0DE-5679-A7B8-CB26-FDA6AB70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FE2DD-A069-E8BB-B652-DDD877713F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A49C9E-922E-21A5-C45B-A2E078198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4231A-D1C3-F19E-3249-AE9C8C59E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2107B-9583-4A0F-A028-4DED87B893F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04E519-BF81-CBA0-CF2E-E41DB21D3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9FCF74-1705-F73D-4C06-F63E0467E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2D323-5DD7-41D6-A660-70EE613F3C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520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1B518-4337-C562-187F-8FFF0E0FD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0FC44-F22E-8BDE-28B5-6DCC1B68B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8E3198-A88F-E1E2-2404-998534EC2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11F8DD-86DA-2DA3-BDE5-AB5A781639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C953AA-F70B-6527-160B-EA7A5AEDE6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07E21D-89D6-6F69-DED1-655ADD970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2107B-9583-4A0F-A028-4DED87B893F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FEE232-DAEB-AA6D-4F20-F625F65AA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B717D4-DA7E-9577-C293-D6ECC7A1F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2D323-5DD7-41D6-A660-70EE613F3C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642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3D28A-A0D0-F973-45C7-4B608210F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06B329-8DF0-E53E-08A1-2AB3B1680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2107B-9583-4A0F-A028-4DED87B893F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82D73B-9F7B-4545-80A0-40DA710BC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0D9B39-3DA8-CDC9-4A1F-FEC48042E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2D323-5DD7-41D6-A660-70EE613F3C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072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CBFC54-AC13-F0E3-924A-066B91D1E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2107B-9583-4A0F-A028-4DED87B893F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603142-808F-DAFF-6FEA-874832654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ADFFD-8978-EC63-71B0-C786D3024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2D323-5DD7-41D6-A660-70EE613F3C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293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A881B-7376-FC13-3863-38B970466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71884-AD49-5A28-4D04-F665FFB71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7B427A-E9F9-9143-4889-1D3F9C62E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D4CE7-C7F7-D58E-70F2-D8703F287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2107B-9583-4A0F-A028-4DED87B893F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3D7EF-2DEF-24D7-3CEA-BF4536A3F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5067CE-F21F-EE49-E325-3160FF146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2D323-5DD7-41D6-A660-70EE613F3C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878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643A8-80FF-48A2-76D0-E93DF007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8E01DC-AF59-85D7-4C27-C5494EAEE3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0207F7-17C8-9F09-C483-5FC55E62E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CE0081-EE37-4636-1DE1-F604F5B0D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2107B-9583-4A0F-A028-4DED87B893F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787DC-02F0-A187-81B9-EB1291A5C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F0791F-77BD-7A90-68CB-A54701D18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2D323-5DD7-41D6-A660-70EE613F3C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749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82CBB-771E-9FB5-752E-8DEE7E868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D54756-3D16-84A0-DE8F-9618348BAE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40BA7-00F5-14D6-EF6A-013899CBF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2107B-9583-4A0F-A028-4DED87B893F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0F669-B753-26EC-C365-D3CF9988E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2C4F1-4840-AD99-E5EC-5E2431AA9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2D323-5DD7-41D6-A660-70EE613F3C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8509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A9A155-905F-D405-8773-EB1E4B4EB6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3CB71B-8CE4-DA54-5AF4-228EA00FB8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278A2-F26C-14D1-D85D-C538B5BE4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2107B-9583-4A0F-A028-4DED87B893F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26FCB-68BC-3665-94BF-27E80AD66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3D455-F6E6-9628-E7B2-02305412F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2D323-5DD7-41D6-A660-70EE613F3C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259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D9AAC4-FCA6-2DE6-3917-2E2FE2F5E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E446F-0C50-8A60-77DD-A1985D121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A9D3A-3AF5-C6EC-7BC6-AC79F4F5A7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52107B-9583-4A0F-A028-4DED87B893F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434A2-0762-8447-CA81-D81B5F30C2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1B964-82D9-2E93-FE77-A1C48163B0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62D323-5DD7-41D6-A660-70EE613F3C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063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8DEDFEE-761A-FA76-59E0-6D9C3DBF35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497" y="0"/>
            <a:ext cx="5614325" cy="63304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A42B53-A6A2-D9EE-9C11-93B2DD133EC6}"/>
              </a:ext>
            </a:extLst>
          </p:cNvPr>
          <p:cNvSpPr txBox="1"/>
          <p:nvPr/>
        </p:nvSpPr>
        <p:spPr>
          <a:xfrm>
            <a:off x="6548180" y="2705725"/>
            <a:ext cx="477858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 err="1">
                <a:solidFill>
                  <a:schemeClr val="accent1"/>
                </a:solidFill>
                <a:latin typeface="Montserrat" panose="00000500000000000000" pitchFamily="2" charset="0"/>
              </a:rPr>
              <a:t>GREEN</a:t>
            </a:r>
            <a:r>
              <a:rPr lang="en-IN" sz="4400" b="1" dirty="0" err="1">
                <a:latin typeface="Montserrat" panose="00000500000000000000" pitchFamily="2" charset="0"/>
              </a:rPr>
              <a:t>Trace</a:t>
            </a:r>
            <a:endParaRPr lang="en-IN" sz="4400" b="1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02CCDE-8074-BCD5-8259-AD270633D1AD}"/>
              </a:ext>
            </a:extLst>
          </p:cNvPr>
          <p:cNvSpPr txBox="1"/>
          <p:nvPr/>
        </p:nvSpPr>
        <p:spPr>
          <a:xfrm>
            <a:off x="7058526" y="3475166"/>
            <a:ext cx="40265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/>
              <a:t>AI-Assisted Ecological Gap Analysis &amp; Restoration Decision Support</a:t>
            </a:r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7152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CE8F8A-EBA5-4FE6-024F-09ABCBBB1C0F}"/>
              </a:ext>
            </a:extLst>
          </p:cNvPr>
          <p:cNvSpPr txBox="1"/>
          <p:nvPr/>
        </p:nvSpPr>
        <p:spPr>
          <a:xfrm>
            <a:off x="0" y="605337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Montserrat" panose="00000500000000000000" pitchFamily="2" charset="0"/>
              </a:rPr>
              <a:t>Why </a:t>
            </a:r>
            <a:r>
              <a:rPr lang="en-IN" sz="3600" b="1" dirty="0" err="1">
                <a:latin typeface="Montserrat" panose="00000500000000000000" pitchFamily="2" charset="0"/>
              </a:rPr>
              <a:t>GreenTrace</a:t>
            </a:r>
            <a:r>
              <a:rPr lang="en-IN" sz="3600" b="1" dirty="0">
                <a:latin typeface="Montserrat" panose="00000500000000000000" pitchFamily="2" charset="0"/>
              </a:rPr>
              <a:t>?</a:t>
            </a:r>
            <a:endParaRPr lang="en-IN" sz="3600" b="1" i="0" dirty="0">
              <a:solidFill>
                <a:schemeClr val="bg2">
                  <a:lumMod val="10000"/>
                </a:schemeClr>
              </a:solidFill>
              <a:effectLst/>
              <a:latin typeface="Montserrat" panose="00000500000000000000" pitchFamily="2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C1C1B0B-21C2-3D9A-7298-6E3EFB95B9CC}"/>
              </a:ext>
            </a:extLst>
          </p:cNvPr>
          <p:cNvGrpSpPr/>
          <p:nvPr/>
        </p:nvGrpSpPr>
        <p:grpSpPr>
          <a:xfrm>
            <a:off x="815663" y="2428856"/>
            <a:ext cx="10560674" cy="3062448"/>
            <a:chOff x="815663" y="2428856"/>
            <a:chExt cx="10560674" cy="3062448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8D12899-11A7-FA9A-16A7-2F465A90B986}"/>
                </a:ext>
              </a:extLst>
            </p:cNvPr>
            <p:cNvSpPr/>
            <p:nvPr/>
          </p:nvSpPr>
          <p:spPr>
            <a:xfrm>
              <a:off x="3562698" y="3733809"/>
              <a:ext cx="755231" cy="216728"/>
            </a:xfrm>
            <a:custGeom>
              <a:avLst/>
              <a:gdLst>
                <a:gd name="connsiteX0" fmla="*/ 0 w 755231"/>
                <a:gd name="connsiteY0" fmla="*/ 0 h 216728"/>
                <a:gd name="connsiteX1" fmla="*/ 755232 w 755231"/>
                <a:gd name="connsiteY1" fmla="*/ 0 h 216728"/>
                <a:gd name="connsiteX2" fmla="*/ 755232 w 755231"/>
                <a:gd name="connsiteY2" fmla="*/ 216729 h 216728"/>
                <a:gd name="connsiteX3" fmla="*/ 0 w 755231"/>
                <a:gd name="connsiteY3" fmla="*/ 216729 h 216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5231" h="216728">
                  <a:moveTo>
                    <a:pt x="0" y="0"/>
                  </a:moveTo>
                  <a:lnTo>
                    <a:pt x="755232" y="0"/>
                  </a:lnTo>
                  <a:lnTo>
                    <a:pt x="755232" y="216729"/>
                  </a:lnTo>
                  <a:lnTo>
                    <a:pt x="0" y="216729"/>
                  </a:lnTo>
                  <a:close/>
                </a:path>
              </a:pathLst>
            </a:custGeom>
            <a:solidFill>
              <a:srgbClr val="E6E6E6"/>
            </a:solidFill>
            <a:ln w="3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268E3D7-8036-D54F-0600-1F3FCB5F0A7A}"/>
                </a:ext>
              </a:extLst>
            </p:cNvPr>
            <p:cNvSpPr/>
            <p:nvPr/>
          </p:nvSpPr>
          <p:spPr>
            <a:xfrm>
              <a:off x="4317930" y="3541789"/>
              <a:ext cx="250012" cy="600767"/>
            </a:xfrm>
            <a:custGeom>
              <a:avLst/>
              <a:gdLst>
                <a:gd name="connsiteX0" fmla="*/ 0 w 250012"/>
                <a:gd name="connsiteY0" fmla="*/ 319469 h 600767"/>
                <a:gd name="connsiteX1" fmla="*/ 0 w 250012"/>
                <a:gd name="connsiteY1" fmla="*/ 0 h 600767"/>
                <a:gd name="connsiteX2" fmla="*/ 250013 w 250012"/>
                <a:gd name="connsiteY2" fmla="*/ 319469 h 600767"/>
                <a:gd name="connsiteX3" fmla="*/ 0 w 250012"/>
                <a:gd name="connsiteY3" fmla="*/ 600768 h 600767"/>
                <a:gd name="connsiteX4" fmla="*/ 0 w 250012"/>
                <a:gd name="connsiteY4" fmla="*/ 319469 h 60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012" h="600767">
                  <a:moveTo>
                    <a:pt x="0" y="319469"/>
                  </a:moveTo>
                  <a:lnTo>
                    <a:pt x="0" y="0"/>
                  </a:lnTo>
                  <a:lnTo>
                    <a:pt x="250013" y="319469"/>
                  </a:lnTo>
                  <a:lnTo>
                    <a:pt x="0" y="600768"/>
                  </a:lnTo>
                  <a:lnTo>
                    <a:pt x="0" y="319469"/>
                  </a:lnTo>
                  <a:close/>
                </a:path>
              </a:pathLst>
            </a:custGeom>
            <a:solidFill>
              <a:srgbClr val="E6E6E6"/>
            </a:solidFill>
            <a:ln w="3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EEC00B8-8E3D-8744-5EC3-E2B4956C81C8}"/>
                </a:ext>
              </a:extLst>
            </p:cNvPr>
            <p:cNvSpPr/>
            <p:nvPr/>
          </p:nvSpPr>
          <p:spPr>
            <a:xfrm>
              <a:off x="7311874" y="3733809"/>
              <a:ext cx="755231" cy="216728"/>
            </a:xfrm>
            <a:custGeom>
              <a:avLst/>
              <a:gdLst>
                <a:gd name="connsiteX0" fmla="*/ 0 w 755231"/>
                <a:gd name="connsiteY0" fmla="*/ 0 h 216728"/>
                <a:gd name="connsiteX1" fmla="*/ 755232 w 755231"/>
                <a:gd name="connsiteY1" fmla="*/ 0 h 216728"/>
                <a:gd name="connsiteX2" fmla="*/ 755232 w 755231"/>
                <a:gd name="connsiteY2" fmla="*/ 216729 h 216728"/>
                <a:gd name="connsiteX3" fmla="*/ 0 w 755231"/>
                <a:gd name="connsiteY3" fmla="*/ 216729 h 216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5231" h="216728">
                  <a:moveTo>
                    <a:pt x="0" y="0"/>
                  </a:moveTo>
                  <a:lnTo>
                    <a:pt x="755232" y="0"/>
                  </a:lnTo>
                  <a:lnTo>
                    <a:pt x="755232" y="216729"/>
                  </a:lnTo>
                  <a:lnTo>
                    <a:pt x="0" y="216729"/>
                  </a:lnTo>
                  <a:close/>
                </a:path>
              </a:pathLst>
            </a:custGeom>
            <a:solidFill>
              <a:srgbClr val="E6E6E6"/>
            </a:solidFill>
            <a:ln w="3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0172516-1075-E041-CA19-AFCDA8C08EBA}"/>
                </a:ext>
              </a:extLst>
            </p:cNvPr>
            <p:cNvSpPr/>
            <p:nvPr/>
          </p:nvSpPr>
          <p:spPr>
            <a:xfrm>
              <a:off x="8067105" y="3541789"/>
              <a:ext cx="250012" cy="600767"/>
            </a:xfrm>
            <a:custGeom>
              <a:avLst/>
              <a:gdLst>
                <a:gd name="connsiteX0" fmla="*/ 0 w 250012"/>
                <a:gd name="connsiteY0" fmla="*/ 319469 h 600767"/>
                <a:gd name="connsiteX1" fmla="*/ 0 w 250012"/>
                <a:gd name="connsiteY1" fmla="*/ 0 h 600767"/>
                <a:gd name="connsiteX2" fmla="*/ 250013 w 250012"/>
                <a:gd name="connsiteY2" fmla="*/ 319469 h 600767"/>
                <a:gd name="connsiteX3" fmla="*/ 0 w 250012"/>
                <a:gd name="connsiteY3" fmla="*/ 600768 h 600767"/>
                <a:gd name="connsiteX4" fmla="*/ 0 w 250012"/>
                <a:gd name="connsiteY4" fmla="*/ 319469 h 60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012" h="600767">
                  <a:moveTo>
                    <a:pt x="0" y="319469"/>
                  </a:moveTo>
                  <a:lnTo>
                    <a:pt x="0" y="0"/>
                  </a:lnTo>
                  <a:lnTo>
                    <a:pt x="250013" y="319469"/>
                  </a:lnTo>
                  <a:lnTo>
                    <a:pt x="0" y="600768"/>
                  </a:lnTo>
                  <a:lnTo>
                    <a:pt x="0" y="319469"/>
                  </a:lnTo>
                  <a:close/>
                </a:path>
              </a:pathLst>
            </a:custGeom>
            <a:solidFill>
              <a:srgbClr val="E6E6E6"/>
            </a:solidFill>
            <a:ln w="3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10F5BF5-5AD4-11CA-3B3C-16087B8B8E6B}"/>
                </a:ext>
              </a:extLst>
            </p:cNvPr>
            <p:cNvSpPr/>
            <p:nvPr/>
          </p:nvSpPr>
          <p:spPr>
            <a:xfrm>
              <a:off x="831645" y="2444868"/>
              <a:ext cx="3030454" cy="3030454"/>
            </a:xfrm>
            <a:custGeom>
              <a:avLst/>
              <a:gdLst>
                <a:gd name="connsiteX0" fmla="*/ 1514945 w 3030454"/>
                <a:gd name="connsiteY0" fmla="*/ 3029582 h 3030454"/>
                <a:gd name="connsiteX1" fmla="*/ 443533 w 3030454"/>
                <a:gd name="connsiteY1" fmla="*/ 2585767 h 3030454"/>
                <a:gd name="connsiteX2" fmla="*/ -282 w 3030454"/>
                <a:gd name="connsiteY2" fmla="*/ 1514354 h 3030454"/>
                <a:gd name="connsiteX3" fmla="*/ 443533 w 3030454"/>
                <a:gd name="connsiteY3" fmla="*/ 442911 h 3030454"/>
                <a:gd name="connsiteX4" fmla="*/ 1514945 w 3030454"/>
                <a:gd name="connsiteY4" fmla="*/ -873 h 3030454"/>
                <a:gd name="connsiteX5" fmla="*/ 2586388 w 3030454"/>
                <a:gd name="connsiteY5" fmla="*/ 442911 h 3030454"/>
                <a:gd name="connsiteX6" fmla="*/ 3030172 w 3030454"/>
                <a:gd name="connsiteY6" fmla="*/ 1514354 h 3030454"/>
                <a:gd name="connsiteX7" fmla="*/ 2586388 w 3030454"/>
                <a:gd name="connsiteY7" fmla="*/ 2585767 h 3030454"/>
                <a:gd name="connsiteX8" fmla="*/ 1514945 w 3030454"/>
                <a:gd name="connsiteY8" fmla="*/ 3029582 h 3030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30454" h="3030454">
                  <a:moveTo>
                    <a:pt x="1514945" y="3029582"/>
                  </a:moveTo>
                  <a:cubicBezTo>
                    <a:pt x="1110223" y="3029582"/>
                    <a:pt x="729718" y="2871952"/>
                    <a:pt x="443533" y="2585767"/>
                  </a:cubicBezTo>
                  <a:cubicBezTo>
                    <a:pt x="157347" y="2299582"/>
                    <a:pt x="-282" y="1919077"/>
                    <a:pt x="-282" y="1514354"/>
                  </a:cubicBezTo>
                  <a:cubicBezTo>
                    <a:pt x="-282" y="1109632"/>
                    <a:pt x="157347" y="729127"/>
                    <a:pt x="443533" y="442911"/>
                  </a:cubicBezTo>
                  <a:cubicBezTo>
                    <a:pt x="729718" y="156695"/>
                    <a:pt x="1110223" y="-873"/>
                    <a:pt x="1514945" y="-873"/>
                  </a:cubicBezTo>
                  <a:cubicBezTo>
                    <a:pt x="1919668" y="-873"/>
                    <a:pt x="2300203" y="156726"/>
                    <a:pt x="2586388" y="442911"/>
                  </a:cubicBezTo>
                  <a:cubicBezTo>
                    <a:pt x="2872574" y="729096"/>
                    <a:pt x="3030172" y="1109632"/>
                    <a:pt x="3030172" y="1514354"/>
                  </a:cubicBezTo>
                  <a:cubicBezTo>
                    <a:pt x="3030172" y="1919077"/>
                    <a:pt x="2872574" y="2299582"/>
                    <a:pt x="2586388" y="2585767"/>
                  </a:cubicBezTo>
                  <a:cubicBezTo>
                    <a:pt x="2300203" y="2871952"/>
                    <a:pt x="1919698" y="3029582"/>
                    <a:pt x="1514945" y="3029582"/>
                  </a:cubicBezTo>
                  <a:close/>
                </a:path>
              </a:pathLst>
            </a:custGeom>
            <a:solidFill>
              <a:schemeClr val="bg1"/>
            </a:solidFill>
            <a:ln w="3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8C9C08B-2127-7BBD-3171-B429A7F16031}"/>
                </a:ext>
              </a:extLst>
            </p:cNvPr>
            <p:cNvSpPr/>
            <p:nvPr/>
          </p:nvSpPr>
          <p:spPr>
            <a:xfrm>
              <a:off x="815663" y="2428856"/>
              <a:ext cx="3062447" cy="3062447"/>
            </a:xfrm>
            <a:custGeom>
              <a:avLst/>
              <a:gdLst>
                <a:gd name="connsiteX0" fmla="*/ 1530926 w 3062447"/>
                <a:gd name="connsiteY0" fmla="*/ 31151 h 3062447"/>
                <a:gd name="connsiteX1" fmla="*/ 3023227 w 3062447"/>
                <a:gd name="connsiteY1" fmla="*/ 1527508 h 3062447"/>
                <a:gd name="connsiteX2" fmla="*/ 1526891 w 3062447"/>
                <a:gd name="connsiteY2" fmla="*/ 3019809 h 3062447"/>
                <a:gd name="connsiteX3" fmla="*/ 34582 w 3062447"/>
                <a:gd name="connsiteY3" fmla="*/ 1523451 h 3062447"/>
                <a:gd name="connsiteX4" fmla="*/ 947369 w 3062447"/>
                <a:gd name="connsiteY4" fmla="*/ 148950 h 3062447"/>
                <a:gd name="connsiteX5" fmla="*/ 1530926 w 3062447"/>
                <a:gd name="connsiteY5" fmla="*/ 31151 h 3062447"/>
                <a:gd name="connsiteX6" fmla="*/ 1530926 w 3062447"/>
                <a:gd name="connsiteY6" fmla="*/ -873 h 3062447"/>
                <a:gd name="connsiteX7" fmla="*/ -282 w 3062447"/>
                <a:gd name="connsiteY7" fmla="*/ 1530366 h 3062447"/>
                <a:gd name="connsiteX8" fmla="*/ 1530926 w 3062447"/>
                <a:gd name="connsiteY8" fmla="*/ 3061575 h 3062447"/>
                <a:gd name="connsiteX9" fmla="*/ 3062165 w 3062447"/>
                <a:gd name="connsiteY9" fmla="*/ 1530366 h 3062447"/>
                <a:gd name="connsiteX10" fmla="*/ 1530926 w 3062447"/>
                <a:gd name="connsiteY10" fmla="*/ -873 h 306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62447" h="3062447">
                  <a:moveTo>
                    <a:pt x="1530926" y="31151"/>
                  </a:moveTo>
                  <a:cubicBezTo>
                    <a:pt x="2356229" y="32267"/>
                    <a:pt x="3024364" y="702205"/>
                    <a:pt x="3023227" y="1527508"/>
                  </a:cubicBezTo>
                  <a:cubicBezTo>
                    <a:pt x="3022121" y="2352780"/>
                    <a:pt x="2352173" y="3020915"/>
                    <a:pt x="1526891" y="3019809"/>
                  </a:cubicBezTo>
                  <a:cubicBezTo>
                    <a:pt x="701598" y="3018702"/>
                    <a:pt x="33469" y="2348754"/>
                    <a:pt x="34582" y="1523451"/>
                  </a:cubicBezTo>
                  <a:cubicBezTo>
                    <a:pt x="35393" y="923605"/>
                    <a:pt x="394809" y="382389"/>
                    <a:pt x="947369" y="148950"/>
                  </a:cubicBezTo>
                  <a:cubicBezTo>
                    <a:pt x="1131979" y="70815"/>
                    <a:pt x="1330462" y="30748"/>
                    <a:pt x="1530926" y="31151"/>
                  </a:cubicBezTo>
                  <a:close/>
                  <a:moveTo>
                    <a:pt x="1530926" y="-873"/>
                  </a:moveTo>
                  <a:cubicBezTo>
                    <a:pt x="685248" y="-873"/>
                    <a:pt x="-282" y="684687"/>
                    <a:pt x="-282" y="1530366"/>
                  </a:cubicBezTo>
                  <a:cubicBezTo>
                    <a:pt x="-282" y="2376045"/>
                    <a:pt x="685248" y="3061575"/>
                    <a:pt x="1530926" y="3061575"/>
                  </a:cubicBezTo>
                  <a:cubicBezTo>
                    <a:pt x="2376605" y="3061575"/>
                    <a:pt x="3062165" y="2376045"/>
                    <a:pt x="3062165" y="1530366"/>
                  </a:cubicBezTo>
                  <a:cubicBezTo>
                    <a:pt x="3062165" y="684687"/>
                    <a:pt x="2376605" y="-873"/>
                    <a:pt x="1530926" y="-873"/>
                  </a:cubicBezTo>
                  <a:close/>
                </a:path>
              </a:pathLst>
            </a:custGeom>
            <a:solidFill>
              <a:schemeClr val="accent1"/>
            </a:solidFill>
            <a:ln w="3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40201CA-3AC5-E5D6-A217-D694721D8BF6}"/>
                </a:ext>
              </a:extLst>
            </p:cNvPr>
            <p:cNvSpPr/>
            <p:nvPr/>
          </p:nvSpPr>
          <p:spPr>
            <a:xfrm>
              <a:off x="2346902" y="3960096"/>
              <a:ext cx="1531208" cy="1531208"/>
            </a:xfrm>
            <a:custGeom>
              <a:avLst/>
              <a:gdLst>
                <a:gd name="connsiteX0" fmla="*/ 0 w 1531208"/>
                <a:gd name="connsiteY0" fmla="*/ 1531208 h 1531208"/>
                <a:gd name="connsiteX1" fmla="*/ 1531208 w 1531208"/>
                <a:gd name="connsiteY1" fmla="*/ 0 h 1531208"/>
                <a:gd name="connsiteX2" fmla="*/ 1531208 w 1531208"/>
                <a:gd name="connsiteY2" fmla="*/ 1531208 h 1531208"/>
                <a:gd name="connsiteX3" fmla="*/ 0 w 1531208"/>
                <a:gd name="connsiteY3" fmla="*/ 1531208 h 1531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1208" h="1531208">
                  <a:moveTo>
                    <a:pt x="0" y="1531208"/>
                  </a:moveTo>
                  <a:lnTo>
                    <a:pt x="1531208" y="0"/>
                  </a:lnTo>
                  <a:lnTo>
                    <a:pt x="1531208" y="1531208"/>
                  </a:lnTo>
                  <a:lnTo>
                    <a:pt x="0" y="1531208"/>
                  </a:lnTo>
                  <a:close/>
                </a:path>
              </a:pathLst>
            </a:custGeom>
            <a:solidFill>
              <a:schemeClr val="accent1"/>
            </a:solidFill>
            <a:ln w="3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DF64D59-8EC0-3990-7139-CEA31B4369B4}"/>
                </a:ext>
              </a:extLst>
            </p:cNvPr>
            <p:cNvSpPr/>
            <p:nvPr/>
          </p:nvSpPr>
          <p:spPr>
            <a:xfrm>
              <a:off x="4580851" y="2444868"/>
              <a:ext cx="3030269" cy="3030454"/>
            </a:xfrm>
            <a:custGeom>
              <a:avLst/>
              <a:gdLst>
                <a:gd name="connsiteX0" fmla="*/ 1514853 w 3030269"/>
                <a:gd name="connsiteY0" fmla="*/ 3029582 h 3030454"/>
                <a:gd name="connsiteX1" fmla="*/ 443441 w 3030269"/>
                <a:gd name="connsiteY1" fmla="*/ 2585767 h 3030454"/>
                <a:gd name="connsiteX2" fmla="*/ -282 w 3030269"/>
                <a:gd name="connsiteY2" fmla="*/ 1514354 h 3030454"/>
                <a:gd name="connsiteX3" fmla="*/ 443533 w 3030269"/>
                <a:gd name="connsiteY3" fmla="*/ 442911 h 3030454"/>
                <a:gd name="connsiteX4" fmla="*/ 1514945 w 3030269"/>
                <a:gd name="connsiteY4" fmla="*/ -873 h 3030454"/>
                <a:gd name="connsiteX5" fmla="*/ 2586358 w 3030269"/>
                <a:gd name="connsiteY5" fmla="*/ 442911 h 3030454"/>
                <a:gd name="connsiteX6" fmla="*/ 3029988 w 3030269"/>
                <a:gd name="connsiteY6" fmla="*/ 1514354 h 3030454"/>
                <a:gd name="connsiteX7" fmla="*/ 2586174 w 3030269"/>
                <a:gd name="connsiteY7" fmla="*/ 2585767 h 3030454"/>
                <a:gd name="connsiteX8" fmla="*/ 1514853 w 3030269"/>
                <a:gd name="connsiteY8" fmla="*/ 3029582 h 3030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30269" h="3030454">
                  <a:moveTo>
                    <a:pt x="1514853" y="3029582"/>
                  </a:moveTo>
                  <a:cubicBezTo>
                    <a:pt x="1110131" y="3029582"/>
                    <a:pt x="729626" y="2871952"/>
                    <a:pt x="443441" y="2585767"/>
                  </a:cubicBezTo>
                  <a:cubicBezTo>
                    <a:pt x="157255" y="2299582"/>
                    <a:pt x="-282" y="1919077"/>
                    <a:pt x="-282" y="1514354"/>
                  </a:cubicBezTo>
                  <a:cubicBezTo>
                    <a:pt x="-282" y="1109632"/>
                    <a:pt x="157348" y="729127"/>
                    <a:pt x="443533" y="442911"/>
                  </a:cubicBezTo>
                  <a:cubicBezTo>
                    <a:pt x="729718" y="156695"/>
                    <a:pt x="1110223" y="-873"/>
                    <a:pt x="1514945" y="-873"/>
                  </a:cubicBezTo>
                  <a:cubicBezTo>
                    <a:pt x="1919668" y="-873"/>
                    <a:pt x="2300173" y="156726"/>
                    <a:pt x="2586358" y="442911"/>
                  </a:cubicBezTo>
                  <a:cubicBezTo>
                    <a:pt x="2872543" y="729096"/>
                    <a:pt x="3029988" y="1109632"/>
                    <a:pt x="3029988" y="1514354"/>
                  </a:cubicBezTo>
                  <a:cubicBezTo>
                    <a:pt x="3029988" y="1919077"/>
                    <a:pt x="2872359" y="2299582"/>
                    <a:pt x="2586174" y="2585767"/>
                  </a:cubicBezTo>
                  <a:cubicBezTo>
                    <a:pt x="2299988" y="2871952"/>
                    <a:pt x="1919575" y="3029582"/>
                    <a:pt x="1514853" y="3029582"/>
                  </a:cubicBezTo>
                  <a:close/>
                </a:path>
              </a:pathLst>
            </a:custGeom>
            <a:solidFill>
              <a:schemeClr val="bg1"/>
            </a:solidFill>
            <a:ln w="3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4FBCE18-002D-B50B-DC6F-15BAF3098B8A}"/>
                </a:ext>
              </a:extLst>
            </p:cNvPr>
            <p:cNvSpPr/>
            <p:nvPr/>
          </p:nvSpPr>
          <p:spPr>
            <a:xfrm>
              <a:off x="4564747" y="2428856"/>
              <a:ext cx="3062477" cy="3062447"/>
            </a:xfrm>
            <a:custGeom>
              <a:avLst/>
              <a:gdLst>
                <a:gd name="connsiteX0" fmla="*/ 1530957 w 3062477"/>
                <a:gd name="connsiteY0" fmla="*/ 31151 h 3062447"/>
                <a:gd name="connsiteX1" fmla="*/ 3023258 w 3062477"/>
                <a:gd name="connsiteY1" fmla="*/ 1527508 h 3062447"/>
                <a:gd name="connsiteX2" fmla="*/ 1526931 w 3062477"/>
                <a:gd name="connsiteY2" fmla="*/ 3019809 h 3062447"/>
                <a:gd name="connsiteX3" fmla="*/ 34600 w 3062477"/>
                <a:gd name="connsiteY3" fmla="*/ 1523451 h 3062447"/>
                <a:gd name="connsiteX4" fmla="*/ 947400 w 3062477"/>
                <a:gd name="connsiteY4" fmla="*/ 148950 h 3062447"/>
                <a:gd name="connsiteX5" fmla="*/ 1530957 w 3062477"/>
                <a:gd name="connsiteY5" fmla="*/ 31151 h 3062447"/>
                <a:gd name="connsiteX6" fmla="*/ 1530957 w 3062477"/>
                <a:gd name="connsiteY6" fmla="*/ -873 h 3062447"/>
                <a:gd name="connsiteX7" fmla="*/ -282 w 3062477"/>
                <a:gd name="connsiteY7" fmla="*/ 1530366 h 3062447"/>
                <a:gd name="connsiteX8" fmla="*/ 1530957 w 3062477"/>
                <a:gd name="connsiteY8" fmla="*/ 3061575 h 3062447"/>
                <a:gd name="connsiteX9" fmla="*/ 3062196 w 3062477"/>
                <a:gd name="connsiteY9" fmla="*/ 1530366 h 3062447"/>
                <a:gd name="connsiteX10" fmla="*/ 1530957 w 3062477"/>
                <a:gd name="connsiteY10" fmla="*/ -873 h 306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62477" h="3062447">
                  <a:moveTo>
                    <a:pt x="1530957" y="31151"/>
                  </a:moveTo>
                  <a:cubicBezTo>
                    <a:pt x="2356260" y="32267"/>
                    <a:pt x="3024394" y="702205"/>
                    <a:pt x="3023258" y="1527508"/>
                  </a:cubicBezTo>
                  <a:cubicBezTo>
                    <a:pt x="3022151" y="2352780"/>
                    <a:pt x="2352203" y="3020915"/>
                    <a:pt x="1526931" y="3019809"/>
                  </a:cubicBezTo>
                  <a:cubicBezTo>
                    <a:pt x="701628" y="3018702"/>
                    <a:pt x="33494" y="2348754"/>
                    <a:pt x="34600" y="1523451"/>
                  </a:cubicBezTo>
                  <a:cubicBezTo>
                    <a:pt x="35430" y="923605"/>
                    <a:pt x="394852" y="382389"/>
                    <a:pt x="947400" y="148950"/>
                  </a:cubicBezTo>
                  <a:cubicBezTo>
                    <a:pt x="1132012" y="70818"/>
                    <a:pt x="1330486" y="30751"/>
                    <a:pt x="1530957" y="31151"/>
                  </a:cubicBezTo>
                  <a:close/>
                  <a:moveTo>
                    <a:pt x="1530957" y="-873"/>
                  </a:moveTo>
                  <a:cubicBezTo>
                    <a:pt x="685278" y="-873"/>
                    <a:pt x="-282" y="684687"/>
                    <a:pt x="-282" y="1530366"/>
                  </a:cubicBezTo>
                  <a:cubicBezTo>
                    <a:pt x="-282" y="2376045"/>
                    <a:pt x="685278" y="3061575"/>
                    <a:pt x="1530957" y="3061575"/>
                  </a:cubicBezTo>
                  <a:cubicBezTo>
                    <a:pt x="2376636" y="3061575"/>
                    <a:pt x="3062196" y="2376045"/>
                    <a:pt x="3062196" y="1530366"/>
                  </a:cubicBezTo>
                  <a:cubicBezTo>
                    <a:pt x="3062196" y="684687"/>
                    <a:pt x="2376636" y="-873"/>
                    <a:pt x="1530957" y="-873"/>
                  </a:cubicBezTo>
                  <a:close/>
                </a:path>
              </a:pathLst>
            </a:custGeom>
            <a:solidFill>
              <a:schemeClr val="accent3"/>
            </a:solidFill>
            <a:ln w="3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F15A9A6-9E2C-D25F-3F1C-5D410E89D6EF}"/>
                </a:ext>
              </a:extLst>
            </p:cNvPr>
            <p:cNvSpPr/>
            <p:nvPr/>
          </p:nvSpPr>
          <p:spPr>
            <a:xfrm>
              <a:off x="6095986" y="3960096"/>
              <a:ext cx="1531239" cy="1531208"/>
            </a:xfrm>
            <a:custGeom>
              <a:avLst/>
              <a:gdLst>
                <a:gd name="connsiteX0" fmla="*/ 0 w 1531239"/>
                <a:gd name="connsiteY0" fmla="*/ 1531208 h 1531208"/>
                <a:gd name="connsiteX1" fmla="*/ 1531239 w 1531239"/>
                <a:gd name="connsiteY1" fmla="*/ 0 h 1531208"/>
                <a:gd name="connsiteX2" fmla="*/ 1531239 w 1531239"/>
                <a:gd name="connsiteY2" fmla="*/ 1531208 h 1531208"/>
                <a:gd name="connsiteX3" fmla="*/ 0 w 1531239"/>
                <a:gd name="connsiteY3" fmla="*/ 1531208 h 1531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1239" h="1531208">
                  <a:moveTo>
                    <a:pt x="0" y="1531208"/>
                  </a:moveTo>
                  <a:lnTo>
                    <a:pt x="1531239" y="0"/>
                  </a:lnTo>
                  <a:lnTo>
                    <a:pt x="1531239" y="1531208"/>
                  </a:lnTo>
                  <a:lnTo>
                    <a:pt x="0" y="1531208"/>
                  </a:lnTo>
                  <a:close/>
                </a:path>
              </a:pathLst>
            </a:custGeom>
            <a:solidFill>
              <a:schemeClr val="accent3"/>
            </a:solidFill>
            <a:ln w="3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4843EDA-73C2-3E7E-2FBE-974D1A22B757}"/>
                </a:ext>
              </a:extLst>
            </p:cNvPr>
            <p:cNvSpPr/>
            <p:nvPr/>
          </p:nvSpPr>
          <p:spPr>
            <a:xfrm>
              <a:off x="8329873" y="2444868"/>
              <a:ext cx="3030453" cy="3030454"/>
            </a:xfrm>
            <a:custGeom>
              <a:avLst/>
              <a:gdLst>
                <a:gd name="connsiteX0" fmla="*/ 1514945 w 3030453"/>
                <a:gd name="connsiteY0" fmla="*/ 3029582 h 3030454"/>
                <a:gd name="connsiteX1" fmla="*/ 443502 w 3030453"/>
                <a:gd name="connsiteY1" fmla="*/ 2585767 h 3030454"/>
                <a:gd name="connsiteX2" fmla="*/ -282 w 3030453"/>
                <a:gd name="connsiteY2" fmla="*/ 1514354 h 3030454"/>
                <a:gd name="connsiteX3" fmla="*/ 443502 w 3030453"/>
                <a:gd name="connsiteY3" fmla="*/ 442911 h 3030454"/>
                <a:gd name="connsiteX4" fmla="*/ 1514945 w 3030453"/>
                <a:gd name="connsiteY4" fmla="*/ -873 h 3030454"/>
                <a:gd name="connsiteX5" fmla="*/ 2586358 w 3030453"/>
                <a:gd name="connsiteY5" fmla="*/ 442911 h 3030454"/>
                <a:gd name="connsiteX6" fmla="*/ 3030172 w 3030453"/>
                <a:gd name="connsiteY6" fmla="*/ 1514354 h 3030454"/>
                <a:gd name="connsiteX7" fmla="*/ 2586358 w 3030453"/>
                <a:gd name="connsiteY7" fmla="*/ 2585767 h 3030454"/>
                <a:gd name="connsiteX8" fmla="*/ 1514945 w 3030453"/>
                <a:gd name="connsiteY8" fmla="*/ 3029582 h 3030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30453" h="3030454">
                  <a:moveTo>
                    <a:pt x="1514945" y="3029582"/>
                  </a:moveTo>
                  <a:cubicBezTo>
                    <a:pt x="1110192" y="3029582"/>
                    <a:pt x="729687" y="2871952"/>
                    <a:pt x="443502" y="2585767"/>
                  </a:cubicBezTo>
                  <a:cubicBezTo>
                    <a:pt x="157316" y="2299582"/>
                    <a:pt x="-282" y="1919077"/>
                    <a:pt x="-282" y="1514354"/>
                  </a:cubicBezTo>
                  <a:cubicBezTo>
                    <a:pt x="-282" y="1109632"/>
                    <a:pt x="157316" y="729127"/>
                    <a:pt x="443502" y="442911"/>
                  </a:cubicBezTo>
                  <a:cubicBezTo>
                    <a:pt x="729687" y="156695"/>
                    <a:pt x="1110192" y="-873"/>
                    <a:pt x="1514945" y="-873"/>
                  </a:cubicBezTo>
                  <a:cubicBezTo>
                    <a:pt x="1919698" y="-873"/>
                    <a:pt x="2300172" y="156726"/>
                    <a:pt x="2586358" y="442911"/>
                  </a:cubicBezTo>
                  <a:cubicBezTo>
                    <a:pt x="2872542" y="729096"/>
                    <a:pt x="3030172" y="1109632"/>
                    <a:pt x="3030172" y="1514354"/>
                  </a:cubicBezTo>
                  <a:cubicBezTo>
                    <a:pt x="3030172" y="1919077"/>
                    <a:pt x="2872542" y="2299582"/>
                    <a:pt x="2586358" y="2585767"/>
                  </a:cubicBezTo>
                  <a:cubicBezTo>
                    <a:pt x="2300172" y="2871952"/>
                    <a:pt x="1919668" y="3029582"/>
                    <a:pt x="1514945" y="3029582"/>
                  </a:cubicBezTo>
                  <a:close/>
                </a:path>
              </a:pathLst>
            </a:custGeom>
            <a:solidFill>
              <a:schemeClr val="bg1"/>
            </a:solidFill>
            <a:ln w="3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4962CBC-7331-E250-2BFE-87488A05769E}"/>
                </a:ext>
              </a:extLst>
            </p:cNvPr>
            <p:cNvSpPr/>
            <p:nvPr/>
          </p:nvSpPr>
          <p:spPr>
            <a:xfrm>
              <a:off x="8313860" y="2428856"/>
              <a:ext cx="3062447" cy="3062447"/>
            </a:xfrm>
            <a:custGeom>
              <a:avLst/>
              <a:gdLst>
                <a:gd name="connsiteX0" fmla="*/ 1530957 w 3062447"/>
                <a:gd name="connsiteY0" fmla="*/ 31151 h 3062447"/>
                <a:gd name="connsiteX1" fmla="*/ 3023196 w 3062447"/>
                <a:gd name="connsiteY1" fmla="*/ 1527570 h 3062447"/>
                <a:gd name="connsiteX2" fmla="*/ 1526809 w 3062447"/>
                <a:gd name="connsiteY2" fmla="*/ 3019809 h 3062447"/>
                <a:gd name="connsiteX3" fmla="*/ 34539 w 3062447"/>
                <a:gd name="connsiteY3" fmla="*/ 1523390 h 3062447"/>
                <a:gd name="connsiteX4" fmla="*/ 947339 w 3062447"/>
                <a:gd name="connsiteY4" fmla="*/ 148950 h 3062447"/>
                <a:gd name="connsiteX5" fmla="*/ 1530896 w 3062447"/>
                <a:gd name="connsiteY5" fmla="*/ 31151 h 3062447"/>
                <a:gd name="connsiteX6" fmla="*/ 1530957 w 3062447"/>
                <a:gd name="connsiteY6" fmla="*/ -873 h 3062447"/>
                <a:gd name="connsiteX7" fmla="*/ -282 w 3062447"/>
                <a:gd name="connsiteY7" fmla="*/ 1530366 h 3062447"/>
                <a:gd name="connsiteX8" fmla="*/ 1530957 w 3062447"/>
                <a:gd name="connsiteY8" fmla="*/ 3061575 h 3062447"/>
                <a:gd name="connsiteX9" fmla="*/ 3062165 w 3062447"/>
                <a:gd name="connsiteY9" fmla="*/ 1530366 h 3062447"/>
                <a:gd name="connsiteX10" fmla="*/ 1530957 w 3062447"/>
                <a:gd name="connsiteY10" fmla="*/ -873 h 306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62447" h="3062447">
                  <a:moveTo>
                    <a:pt x="1530957" y="31151"/>
                  </a:moveTo>
                  <a:cubicBezTo>
                    <a:pt x="2356260" y="32297"/>
                    <a:pt x="3024364" y="702266"/>
                    <a:pt x="3023196" y="1527570"/>
                  </a:cubicBezTo>
                  <a:cubicBezTo>
                    <a:pt x="3022060" y="2352842"/>
                    <a:pt x="2352081" y="3020946"/>
                    <a:pt x="1526809" y="3019809"/>
                  </a:cubicBezTo>
                  <a:cubicBezTo>
                    <a:pt x="701506" y="3018672"/>
                    <a:pt x="33402" y="2348693"/>
                    <a:pt x="34539" y="1523390"/>
                  </a:cubicBezTo>
                  <a:cubicBezTo>
                    <a:pt x="35399" y="923575"/>
                    <a:pt x="394790" y="382383"/>
                    <a:pt x="947339" y="148950"/>
                  </a:cubicBezTo>
                  <a:cubicBezTo>
                    <a:pt x="1131952" y="70818"/>
                    <a:pt x="1330425" y="30751"/>
                    <a:pt x="1530896" y="31151"/>
                  </a:cubicBezTo>
                  <a:close/>
                  <a:moveTo>
                    <a:pt x="1530957" y="-873"/>
                  </a:moveTo>
                  <a:cubicBezTo>
                    <a:pt x="685279" y="-873"/>
                    <a:pt x="-282" y="684687"/>
                    <a:pt x="-282" y="1530366"/>
                  </a:cubicBezTo>
                  <a:cubicBezTo>
                    <a:pt x="-282" y="2376045"/>
                    <a:pt x="685279" y="3061575"/>
                    <a:pt x="1530957" y="3061575"/>
                  </a:cubicBezTo>
                  <a:cubicBezTo>
                    <a:pt x="2376637" y="3061575"/>
                    <a:pt x="3062165" y="2376045"/>
                    <a:pt x="3062165" y="1530366"/>
                  </a:cubicBezTo>
                  <a:cubicBezTo>
                    <a:pt x="3062165" y="684687"/>
                    <a:pt x="2376637" y="-873"/>
                    <a:pt x="1530957" y="-873"/>
                  </a:cubicBezTo>
                  <a:close/>
                </a:path>
              </a:pathLst>
            </a:custGeom>
            <a:solidFill>
              <a:schemeClr val="accent4"/>
            </a:solidFill>
            <a:ln w="3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7D93F03-9F79-3995-8BD2-644EFB045267}"/>
                </a:ext>
              </a:extLst>
            </p:cNvPr>
            <p:cNvSpPr/>
            <p:nvPr/>
          </p:nvSpPr>
          <p:spPr>
            <a:xfrm>
              <a:off x="9845099" y="3960096"/>
              <a:ext cx="1531238" cy="1531208"/>
            </a:xfrm>
            <a:custGeom>
              <a:avLst/>
              <a:gdLst>
                <a:gd name="connsiteX0" fmla="*/ 0 w 1531238"/>
                <a:gd name="connsiteY0" fmla="*/ 1531208 h 1531208"/>
                <a:gd name="connsiteX1" fmla="*/ 1531239 w 1531238"/>
                <a:gd name="connsiteY1" fmla="*/ 0 h 1531208"/>
                <a:gd name="connsiteX2" fmla="*/ 1531239 w 1531238"/>
                <a:gd name="connsiteY2" fmla="*/ 1531208 h 1531208"/>
                <a:gd name="connsiteX3" fmla="*/ 0 w 1531238"/>
                <a:gd name="connsiteY3" fmla="*/ 1531208 h 1531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1238" h="1531208">
                  <a:moveTo>
                    <a:pt x="0" y="1531208"/>
                  </a:moveTo>
                  <a:lnTo>
                    <a:pt x="1531239" y="0"/>
                  </a:lnTo>
                  <a:lnTo>
                    <a:pt x="1531239" y="1531208"/>
                  </a:lnTo>
                  <a:lnTo>
                    <a:pt x="0" y="1531208"/>
                  </a:lnTo>
                  <a:close/>
                </a:path>
              </a:pathLst>
            </a:custGeom>
            <a:solidFill>
              <a:schemeClr val="accent4"/>
            </a:solidFill>
            <a:ln w="3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CB32E9E-F2C0-498B-5C89-734497484E5C}"/>
                </a:ext>
              </a:extLst>
            </p:cNvPr>
            <p:cNvSpPr txBox="1"/>
            <p:nvPr/>
          </p:nvSpPr>
          <p:spPr>
            <a:xfrm>
              <a:off x="1022351" y="2991986"/>
              <a:ext cx="2616894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Natural areas are increasingly affected by urban expansion, land-use change and fragmentation.</a:t>
              </a:r>
              <a:endParaRPr lang="en-IN" dirty="0">
                <a:solidFill>
                  <a:schemeClr val="bg2">
                    <a:lumMod val="10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D27632F-FD4B-A851-DAAB-28EE627C7068}"/>
                </a:ext>
              </a:extLst>
            </p:cNvPr>
            <p:cNvSpPr txBox="1"/>
            <p:nvPr/>
          </p:nvSpPr>
          <p:spPr>
            <a:xfrm>
              <a:off x="4894490" y="3068931"/>
              <a:ext cx="2616894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Montserrat" panose="00000500000000000000" pitchFamily="2" charset="0"/>
                </a:rPr>
                <a:t>Satellite and geospatial datasets contain enormous amounts of environmental information.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D5D153C-B6E0-A123-3E15-18A27A8BCD8F}"/>
                </a:ext>
              </a:extLst>
            </p:cNvPr>
            <p:cNvSpPr txBox="1"/>
            <p:nvPr/>
          </p:nvSpPr>
          <p:spPr>
            <a:xfrm>
              <a:off x="8420811" y="3010429"/>
              <a:ext cx="2616894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latin typeface="Montserrat" panose="00000500000000000000" pitchFamily="2" charset="0"/>
                </a:rPr>
                <a:t>Turning that information into meaningful, location-specific ecological insights can be difficult and time-consuming.</a:t>
              </a:r>
              <a:r>
                <a:rPr lang="en-GB" sz="1600" dirty="0">
                  <a:solidFill>
                    <a:schemeClr val="bg2">
                      <a:lumMod val="10000"/>
                    </a:schemeClr>
                  </a:solidFill>
                  <a:latin typeface="Montserrat" panose="00000500000000000000" pitchFamily="2" charset="0"/>
                </a:rPr>
                <a:t>.</a:t>
              </a:r>
              <a:endParaRPr lang="en-IN" sz="1600" dirty="0">
                <a:solidFill>
                  <a:schemeClr val="bg2">
                    <a:lumMod val="10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87765CA-947D-74C4-141E-C227E7378319}"/>
                </a:ext>
              </a:extLst>
            </p:cNvPr>
            <p:cNvSpPr txBox="1"/>
            <p:nvPr/>
          </p:nvSpPr>
          <p:spPr>
            <a:xfrm>
              <a:off x="3120571" y="4876712"/>
              <a:ext cx="5361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01</a:t>
              </a:r>
              <a:endParaRPr lang="en-IN" sz="20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B2A6F07-0D87-963B-082C-1B75E7FF6C31}"/>
                </a:ext>
              </a:extLst>
            </p:cNvPr>
            <p:cNvSpPr txBox="1"/>
            <p:nvPr/>
          </p:nvSpPr>
          <p:spPr>
            <a:xfrm>
              <a:off x="6861605" y="4876712"/>
              <a:ext cx="5361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02</a:t>
              </a:r>
              <a:endParaRPr lang="en-IN" sz="20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5C3FE5F-46D1-201E-08ED-555BDF185F73}"/>
                </a:ext>
              </a:extLst>
            </p:cNvPr>
            <p:cNvSpPr txBox="1"/>
            <p:nvPr/>
          </p:nvSpPr>
          <p:spPr>
            <a:xfrm>
              <a:off x="10610718" y="4876712"/>
              <a:ext cx="5361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03</a:t>
              </a:r>
              <a:endParaRPr lang="en-IN" sz="20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4762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5CF977-C9AD-4D7D-E4C7-F71F33F7FD51}"/>
              </a:ext>
            </a:extLst>
          </p:cNvPr>
          <p:cNvSpPr txBox="1"/>
          <p:nvPr/>
        </p:nvSpPr>
        <p:spPr>
          <a:xfrm>
            <a:off x="7916043" y="2828836"/>
            <a:ext cx="3826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Montserrat" panose="00000500000000000000" pitchFamily="2" charset="0"/>
              </a:rPr>
              <a:t>The Problem</a:t>
            </a:r>
            <a:endParaRPr lang="en-IN" sz="3600" b="1" i="0" dirty="0">
              <a:solidFill>
                <a:schemeClr val="bg2">
                  <a:lumMod val="10000"/>
                </a:schemeClr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77D503-DFDE-FF7A-DA09-DFBF06CF905F}"/>
              </a:ext>
            </a:extLst>
          </p:cNvPr>
          <p:cNvSpPr/>
          <p:nvPr/>
        </p:nvSpPr>
        <p:spPr>
          <a:xfrm>
            <a:off x="445305" y="817164"/>
            <a:ext cx="3447684" cy="2541124"/>
          </a:xfrm>
          <a:custGeom>
            <a:avLst/>
            <a:gdLst>
              <a:gd name="connsiteX0" fmla="*/ 0 w 2923667"/>
              <a:gd name="connsiteY0" fmla="*/ 0 h 2154895"/>
              <a:gd name="connsiteX1" fmla="*/ 2224795 w 2923667"/>
              <a:gd name="connsiteY1" fmla="*/ 0 h 2154895"/>
              <a:gd name="connsiteX2" fmla="*/ 2923667 w 2923667"/>
              <a:gd name="connsiteY2" fmla="*/ 698872 h 2154895"/>
              <a:gd name="connsiteX3" fmla="*/ 2923667 w 2923667"/>
              <a:gd name="connsiteY3" fmla="*/ 2154896 h 2154895"/>
              <a:gd name="connsiteX4" fmla="*/ 2923667 w 2923667"/>
              <a:gd name="connsiteY4" fmla="*/ 2154896 h 2154895"/>
              <a:gd name="connsiteX5" fmla="*/ 698896 w 2923667"/>
              <a:gd name="connsiteY5" fmla="*/ 2154896 h 2154895"/>
              <a:gd name="connsiteX6" fmla="*/ 0 w 2923667"/>
              <a:gd name="connsiteY6" fmla="*/ 1456001 h 2154895"/>
              <a:gd name="connsiteX7" fmla="*/ 0 w 2923667"/>
              <a:gd name="connsiteY7" fmla="*/ 0 h 2154895"/>
              <a:gd name="connsiteX8" fmla="*/ 0 w 2923667"/>
              <a:gd name="connsiteY8" fmla="*/ 0 h 215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23667" h="2154895">
                <a:moveTo>
                  <a:pt x="0" y="0"/>
                </a:moveTo>
                <a:lnTo>
                  <a:pt x="2224795" y="0"/>
                </a:lnTo>
                <a:cubicBezTo>
                  <a:pt x="2610757" y="14"/>
                  <a:pt x="2923643" y="312900"/>
                  <a:pt x="2923667" y="698872"/>
                </a:cubicBezTo>
                <a:lnTo>
                  <a:pt x="2923667" y="2154896"/>
                </a:lnTo>
                <a:lnTo>
                  <a:pt x="2923667" y="2154896"/>
                </a:lnTo>
                <a:lnTo>
                  <a:pt x="698896" y="2154896"/>
                </a:lnTo>
                <a:cubicBezTo>
                  <a:pt x="312907" y="2154896"/>
                  <a:pt x="0" y="1841989"/>
                  <a:pt x="0" y="1456001"/>
                </a:cubicBez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2369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0495A02-0465-0814-9479-145B8D157574}"/>
              </a:ext>
            </a:extLst>
          </p:cNvPr>
          <p:cNvSpPr/>
          <p:nvPr/>
        </p:nvSpPr>
        <p:spPr>
          <a:xfrm rot="10800000">
            <a:off x="4046352" y="817137"/>
            <a:ext cx="3447711" cy="2541151"/>
          </a:xfrm>
          <a:custGeom>
            <a:avLst/>
            <a:gdLst>
              <a:gd name="connsiteX0" fmla="*/ 698151 w 2923690"/>
              <a:gd name="connsiteY0" fmla="*/ -782 h 2154919"/>
              <a:gd name="connsiteX1" fmla="*/ 2922946 w 2923690"/>
              <a:gd name="connsiteY1" fmla="*/ -782 h 2154919"/>
              <a:gd name="connsiteX2" fmla="*/ 2922946 w 2923690"/>
              <a:gd name="connsiteY2" fmla="*/ -782 h 2154919"/>
              <a:gd name="connsiteX3" fmla="*/ 2922946 w 2923690"/>
              <a:gd name="connsiteY3" fmla="*/ 1455242 h 2154919"/>
              <a:gd name="connsiteX4" fmla="*/ 2224051 w 2923690"/>
              <a:gd name="connsiteY4" fmla="*/ 2154138 h 2154919"/>
              <a:gd name="connsiteX5" fmla="*/ -744 w 2923690"/>
              <a:gd name="connsiteY5" fmla="*/ 2154138 h 2154919"/>
              <a:gd name="connsiteX6" fmla="*/ -744 w 2923690"/>
              <a:gd name="connsiteY6" fmla="*/ 2154138 h 2154919"/>
              <a:gd name="connsiteX7" fmla="*/ -744 w 2923690"/>
              <a:gd name="connsiteY7" fmla="*/ 698090 h 2154919"/>
              <a:gd name="connsiteX8" fmla="*/ 698151 w 2923690"/>
              <a:gd name="connsiteY8" fmla="*/ -782 h 2154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23690" h="2154919">
                <a:moveTo>
                  <a:pt x="698151" y="-782"/>
                </a:moveTo>
                <a:lnTo>
                  <a:pt x="2922946" y="-782"/>
                </a:lnTo>
                <a:lnTo>
                  <a:pt x="2922946" y="-782"/>
                </a:lnTo>
                <a:lnTo>
                  <a:pt x="2922946" y="1455242"/>
                </a:lnTo>
                <a:cubicBezTo>
                  <a:pt x="2922946" y="1841228"/>
                  <a:pt x="2610037" y="2154138"/>
                  <a:pt x="2224051" y="2154138"/>
                </a:cubicBezTo>
                <a:lnTo>
                  <a:pt x="-744" y="2154138"/>
                </a:lnTo>
                <a:lnTo>
                  <a:pt x="-744" y="2154138"/>
                </a:lnTo>
                <a:lnTo>
                  <a:pt x="-744" y="698090"/>
                </a:lnTo>
                <a:cubicBezTo>
                  <a:pt x="-720" y="312104"/>
                  <a:pt x="312166" y="-782"/>
                  <a:pt x="698151" y="-782"/>
                </a:cubicBezTo>
                <a:close/>
              </a:path>
            </a:pathLst>
          </a:custGeom>
          <a:solidFill>
            <a:schemeClr val="accent1"/>
          </a:solidFill>
          <a:ln w="2369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828010E-4CED-9282-77EB-95ABEB2DC48F}"/>
              </a:ext>
            </a:extLst>
          </p:cNvPr>
          <p:cNvSpPr/>
          <p:nvPr/>
        </p:nvSpPr>
        <p:spPr>
          <a:xfrm rot="10800000">
            <a:off x="4046352" y="3499685"/>
            <a:ext cx="3447711" cy="2541152"/>
          </a:xfrm>
          <a:custGeom>
            <a:avLst/>
            <a:gdLst>
              <a:gd name="connsiteX0" fmla="*/ -744 w 2923690"/>
              <a:gd name="connsiteY0" fmla="*/ -782 h 2154920"/>
              <a:gd name="connsiteX1" fmla="*/ 2224051 w 2923690"/>
              <a:gd name="connsiteY1" fmla="*/ -782 h 2154920"/>
              <a:gd name="connsiteX2" fmla="*/ 2922946 w 2923690"/>
              <a:gd name="connsiteY2" fmla="*/ 698113 h 2154920"/>
              <a:gd name="connsiteX3" fmla="*/ 2922946 w 2923690"/>
              <a:gd name="connsiteY3" fmla="*/ 2154138 h 2154920"/>
              <a:gd name="connsiteX4" fmla="*/ 2922946 w 2923690"/>
              <a:gd name="connsiteY4" fmla="*/ 2154138 h 2154920"/>
              <a:gd name="connsiteX5" fmla="*/ 698151 w 2923690"/>
              <a:gd name="connsiteY5" fmla="*/ 2154138 h 2154920"/>
              <a:gd name="connsiteX6" fmla="*/ -744 w 2923690"/>
              <a:gd name="connsiteY6" fmla="*/ 1455242 h 2154920"/>
              <a:gd name="connsiteX7" fmla="*/ -744 w 2923690"/>
              <a:gd name="connsiteY7" fmla="*/ -782 h 2154920"/>
              <a:gd name="connsiteX8" fmla="*/ -744 w 2923690"/>
              <a:gd name="connsiteY8" fmla="*/ -782 h 215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23690" h="2154920">
                <a:moveTo>
                  <a:pt x="-744" y="-782"/>
                </a:moveTo>
                <a:lnTo>
                  <a:pt x="2224051" y="-782"/>
                </a:lnTo>
                <a:cubicBezTo>
                  <a:pt x="2610037" y="-782"/>
                  <a:pt x="2922946" y="312127"/>
                  <a:pt x="2922946" y="698113"/>
                </a:cubicBezTo>
                <a:lnTo>
                  <a:pt x="2922946" y="2154138"/>
                </a:lnTo>
                <a:lnTo>
                  <a:pt x="2922946" y="2154138"/>
                </a:lnTo>
                <a:lnTo>
                  <a:pt x="698151" y="2154138"/>
                </a:lnTo>
                <a:cubicBezTo>
                  <a:pt x="312166" y="2154138"/>
                  <a:pt x="-744" y="1841228"/>
                  <a:pt x="-744" y="1455242"/>
                </a:cubicBezTo>
                <a:lnTo>
                  <a:pt x="-744" y="-782"/>
                </a:lnTo>
                <a:lnTo>
                  <a:pt x="-744" y="-782"/>
                </a:lnTo>
                <a:close/>
              </a:path>
            </a:pathLst>
          </a:custGeom>
          <a:solidFill>
            <a:schemeClr val="accent4"/>
          </a:solidFill>
          <a:ln w="2369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F40DAD3-7719-7834-6473-43D5EF7FFE24}"/>
              </a:ext>
            </a:extLst>
          </p:cNvPr>
          <p:cNvSpPr/>
          <p:nvPr/>
        </p:nvSpPr>
        <p:spPr>
          <a:xfrm>
            <a:off x="445305" y="3499712"/>
            <a:ext cx="3447711" cy="2541151"/>
          </a:xfrm>
          <a:custGeom>
            <a:avLst/>
            <a:gdLst>
              <a:gd name="connsiteX0" fmla="*/ 698896 w 2923690"/>
              <a:gd name="connsiteY0" fmla="*/ 0 h 2154919"/>
              <a:gd name="connsiteX1" fmla="*/ 2923691 w 2923690"/>
              <a:gd name="connsiteY1" fmla="*/ 0 h 2154919"/>
              <a:gd name="connsiteX2" fmla="*/ 2923691 w 2923690"/>
              <a:gd name="connsiteY2" fmla="*/ 0 h 2154919"/>
              <a:gd name="connsiteX3" fmla="*/ 2923691 w 2923690"/>
              <a:gd name="connsiteY3" fmla="*/ 1456024 h 2154919"/>
              <a:gd name="connsiteX4" fmla="*/ 2224795 w 2923690"/>
              <a:gd name="connsiteY4" fmla="*/ 2154920 h 2154919"/>
              <a:gd name="connsiteX5" fmla="*/ 0 w 2923690"/>
              <a:gd name="connsiteY5" fmla="*/ 2154920 h 2154919"/>
              <a:gd name="connsiteX6" fmla="*/ 0 w 2923690"/>
              <a:gd name="connsiteY6" fmla="*/ 2154920 h 2154919"/>
              <a:gd name="connsiteX7" fmla="*/ 0 w 2923690"/>
              <a:gd name="connsiteY7" fmla="*/ 698896 h 2154919"/>
              <a:gd name="connsiteX8" fmla="*/ 698896 w 2923690"/>
              <a:gd name="connsiteY8" fmla="*/ 0 h 2154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23690" h="2154919">
                <a:moveTo>
                  <a:pt x="698896" y="0"/>
                </a:moveTo>
                <a:lnTo>
                  <a:pt x="2923691" y="0"/>
                </a:lnTo>
                <a:lnTo>
                  <a:pt x="2923691" y="0"/>
                </a:lnTo>
                <a:lnTo>
                  <a:pt x="2923691" y="1456024"/>
                </a:lnTo>
                <a:cubicBezTo>
                  <a:pt x="2923691" y="1842010"/>
                  <a:pt x="2610781" y="2154920"/>
                  <a:pt x="2224795" y="2154920"/>
                </a:cubicBezTo>
                <a:lnTo>
                  <a:pt x="0" y="2154920"/>
                </a:lnTo>
                <a:lnTo>
                  <a:pt x="0" y="2154920"/>
                </a:lnTo>
                <a:lnTo>
                  <a:pt x="0" y="698896"/>
                </a:lnTo>
                <a:cubicBezTo>
                  <a:pt x="0" y="312910"/>
                  <a:pt x="312907" y="0"/>
                  <a:pt x="698896" y="0"/>
                </a:cubicBezTo>
                <a:close/>
              </a:path>
            </a:pathLst>
          </a:custGeom>
          <a:solidFill>
            <a:schemeClr val="accent3"/>
          </a:solidFill>
          <a:ln w="2369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8C58A24-F5A9-E239-440B-65D86A60A432}"/>
              </a:ext>
            </a:extLst>
          </p:cNvPr>
          <p:cNvSpPr/>
          <p:nvPr/>
        </p:nvSpPr>
        <p:spPr>
          <a:xfrm>
            <a:off x="1763022" y="411040"/>
            <a:ext cx="812249" cy="812249"/>
          </a:xfrm>
          <a:custGeom>
            <a:avLst/>
            <a:gdLst>
              <a:gd name="connsiteX0" fmla="*/ 688795 w 688794"/>
              <a:gd name="connsiteY0" fmla="*/ 344397 h 688794"/>
              <a:gd name="connsiteX1" fmla="*/ 344397 w 688794"/>
              <a:gd name="connsiteY1" fmla="*/ 688795 h 688794"/>
              <a:gd name="connsiteX2" fmla="*/ 0 w 688794"/>
              <a:gd name="connsiteY2" fmla="*/ 344397 h 688794"/>
              <a:gd name="connsiteX3" fmla="*/ 344397 w 688794"/>
              <a:gd name="connsiteY3" fmla="*/ 0 h 688794"/>
              <a:gd name="connsiteX4" fmla="*/ 688795 w 688794"/>
              <a:gd name="connsiteY4" fmla="*/ 344397 h 688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8794" h="688794">
                <a:moveTo>
                  <a:pt x="688795" y="344397"/>
                </a:moveTo>
                <a:cubicBezTo>
                  <a:pt x="688795" y="534603"/>
                  <a:pt x="534603" y="688795"/>
                  <a:pt x="344397" y="688795"/>
                </a:cubicBezTo>
                <a:cubicBezTo>
                  <a:pt x="154192" y="688795"/>
                  <a:pt x="0" y="534603"/>
                  <a:pt x="0" y="344397"/>
                </a:cubicBezTo>
                <a:cubicBezTo>
                  <a:pt x="0" y="154192"/>
                  <a:pt x="154192" y="0"/>
                  <a:pt x="344397" y="0"/>
                </a:cubicBezTo>
                <a:cubicBezTo>
                  <a:pt x="534603" y="0"/>
                  <a:pt x="688795" y="154192"/>
                  <a:pt x="688795" y="344397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2369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bg1"/>
                </a:solidFill>
                <a:latin typeface="Montserrat" panose="00000500000000000000" pitchFamily="2" charset="0"/>
              </a:rPr>
              <a:t>01</a:t>
            </a:r>
            <a:endParaRPr lang="en-IN" sz="16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98C4F0-8A6B-43FC-B45E-5C4C533E2A44}"/>
              </a:ext>
            </a:extLst>
          </p:cNvPr>
          <p:cNvSpPr/>
          <p:nvPr/>
        </p:nvSpPr>
        <p:spPr>
          <a:xfrm>
            <a:off x="1740682" y="388672"/>
            <a:ext cx="856929" cy="856957"/>
          </a:xfrm>
          <a:custGeom>
            <a:avLst/>
            <a:gdLst>
              <a:gd name="connsiteX0" fmla="*/ 362622 w 726684"/>
              <a:gd name="connsiteY0" fmla="*/ 725926 h 726707"/>
              <a:gd name="connsiteX1" fmla="*/ -744 w 726684"/>
              <a:gd name="connsiteY1" fmla="*/ 362584 h 726707"/>
              <a:gd name="connsiteX2" fmla="*/ 362622 w 726684"/>
              <a:gd name="connsiteY2" fmla="*/ -782 h 726707"/>
              <a:gd name="connsiteX3" fmla="*/ 725940 w 726684"/>
              <a:gd name="connsiteY3" fmla="*/ 362584 h 726707"/>
              <a:gd name="connsiteX4" fmla="*/ 362622 w 726684"/>
              <a:gd name="connsiteY4" fmla="*/ 725926 h 726707"/>
              <a:gd name="connsiteX5" fmla="*/ 362622 w 726684"/>
              <a:gd name="connsiteY5" fmla="*/ 37155 h 726707"/>
              <a:gd name="connsiteX6" fmla="*/ 37193 w 726684"/>
              <a:gd name="connsiteY6" fmla="*/ 362584 h 726707"/>
              <a:gd name="connsiteX7" fmla="*/ 362622 w 726684"/>
              <a:gd name="connsiteY7" fmla="*/ 687989 h 726707"/>
              <a:gd name="connsiteX8" fmla="*/ 688003 w 726684"/>
              <a:gd name="connsiteY8" fmla="*/ 362584 h 726707"/>
              <a:gd name="connsiteX9" fmla="*/ 362622 w 726684"/>
              <a:gd name="connsiteY9" fmla="*/ 37155 h 72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6684" h="726707">
                <a:moveTo>
                  <a:pt x="362622" y="725926"/>
                </a:moveTo>
                <a:cubicBezTo>
                  <a:pt x="162267" y="725926"/>
                  <a:pt x="-744" y="562939"/>
                  <a:pt x="-744" y="362584"/>
                </a:cubicBezTo>
                <a:cubicBezTo>
                  <a:pt x="-744" y="162229"/>
                  <a:pt x="162267" y="-782"/>
                  <a:pt x="362622" y="-782"/>
                </a:cubicBezTo>
                <a:cubicBezTo>
                  <a:pt x="562977" y="-782"/>
                  <a:pt x="725940" y="162205"/>
                  <a:pt x="725940" y="362584"/>
                </a:cubicBezTo>
                <a:cubicBezTo>
                  <a:pt x="725940" y="562963"/>
                  <a:pt x="562977" y="725926"/>
                  <a:pt x="362622" y="725926"/>
                </a:cubicBezTo>
                <a:close/>
                <a:moveTo>
                  <a:pt x="362622" y="37155"/>
                </a:moveTo>
                <a:cubicBezTo>
                  <a:pt x="183179" y="37155"/>
                  <a:pt x="37193" y="183141"/>
                  <a:pt x="37193" y="362584"/>
                </a:cubicBezTo>
                <a:cubicBezTo>
                  <a:pt x="37193" y="542026"/>
                  <a:pt x="183179" y="687989"/>
                  <a:pt x="362622" y="687989"/>
                </a:cubicBezTo>
                <a:cubicBezTo>
                  <a:pt x="542064" y="687989"/>
                  <a:pt x="688003" y="541979"/>
                  <a:pt x="688003" y="362584"/>
                </a:cubicBezTo>
                <a:cubicBezTo>
                  <a:pt x="688003" y="183189"/>
                  <a:pt x="542064" y="37155"/>
                  <a:pt x="362622" y="37155"/>
                </a:cubicBezTo>
                <a:close/>
              </a:path>
            </a:pathLst>
          </a:custGeom>
          <a:solidFill>
            <a:srgbClr val="FFFFFF"/>
          </a:solidFill>
          <a:ln w="2369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337E30D-F127-7CBB-167B-B4791FA58007}"/>
              </a:ext>
            </a:extLst>
          </p:cNvPr>
          <p:cNvSpPr/>
          <p:nvPr/>
        </p:nvSpPr>
        <p:spPr>
          <a:xfrm>
            <a:off x="5364069" y="411040"/>
            <a:ext cx="812249" cy="812249"/>
          </a:xfrm>
          <a:custGeom>
            <a:avLst/>
            <a:gdLst>
              <a:gd name="connsiteX0" fmla="*/ 688795 w 688794"/>
              <a:gd name="connsiteY0" fmla="*/ 344397 h 688794"/>
              <a:gd name="connsiteX1" fmla="*/ 344397 w 688794"/>
              <a:gd name="connsiteY1" fmla="*/ 688795 h 688794"/>
              <a:gd name="connsiteX2" fmla="*/ 0 w 688794"/>
              <a:gd name="connsiteY2" fmla="*/ 344397 h 688794"/>
              <a:gd name="connsiteX3" fmla="*/ 344397 w 688794"/>
              <a:gd name="connsiteY3" fmla="*/ 0 h 688794"/>
              <a:gd name="connsiteX4" fmla="*/ 688795 w 688794"/>
              <a:gd name="connsiteY4" fmla="*/ 344397 h 688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8794" h="688794">
                <a:moveTo>
                  <a:pt x="688795" y="344397"/>
                </a:moveTo>
                <a:cubicBezTo>
                  <a:pt x="688795" y="534603"/>
                  <a:pt x="534603" y="688795"/>
                  <a:pt x="344397" y="688795"/>
                </a:cubicBezTo>
                <a:cubicBezTo>
                  <a:pt x="154192" y="688795"/>
                  <a:pt x="0" y="534603"/>
                  <a:pt x="0" y="344397"/>
                </a:cubicBezTo>
                <a:cubicBezTo>
                  <a:pt x="0" y="154192"/>
                  <a:pt x="154192" y="0"/>
                  <a:pt x="344397" y="0"/>
                </a:cubicBezTo>
                <a:cubicBezTo>
                  <a:pt x="534603" y="0"/>
                  <a:pt x="688795" y="154192"/>
                  <a:pt x="688795" y="344397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2369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bg1"/>
                </a:solidFill>
                <a:latin typeface="Montserrat" panose="00000500000000000000" pitchFamily="2" charset="0"/>
              </a:rPr>
              <a:t>02</a:t>
            </a:r>
            <a:endParaRPr lang="en-IN" sz="16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D8E1798-771C-653A-4966-76E666DDFC26}"/>
              </a:ext>
            </a:extLst>
          </p:cNvPr>
          <p:cNvSpPr/>
          <p:nvPr/>
        </p:nvSpPr>
        <p:spPr>
          <a:xfrm>
            <a:off x="5341728" y="388672"/>
            <a:ext cx="856958" cy="856957"/>
          </a:xfrm>
          <a:custGeom>
            <a:avLst/>
            <a:gdLst>
              <a:gd name="connsiteX0" fmla="*/ 362598 w 726708"/>
              <a:gd name="connsiteY0" fmla="*/ 725926 h 726707"/>
              <a:gd name="connsiteX1" fmla="*/ -744 w 726708"/>
              <a:gd name="connsiteY1" fmla="*/ 362584 h 726707"/>
              <a:gd name="connsiteX2" fmla="*/ 362598 w 726708"/>
              <a:gd name="connsiteY2" fmla="*/ -782 h 726707"/>
              <a:gd name="connsiteX3" fmla="*/ 725964 w 726708"/>
              <a:gd name="connsiteY3" fmla="*/ 362584 h 726707"/>
              <a:gd name="connsiteX4" fmla="*/ 362598 w 726708"/>
              <a:gd name="connsiteY4" fmla="*/ 725926 h 726707"/>
              <a:gd name="connsiteX5" fmla="*/ 362598 w 726708"/>
              <a:gd name="connsiteY5" fmla="*/ 37155 h 726707"/>
              <a:gd name="connsiteX6" fmla="*/ 37193 w 726708"/>
              <a:gd name="connsiteY6" fmla="*/ 362584 h 726707"/>
              <a:gd name="connsiteX7" fmla="*/ 362598 w 726708"/>
              <a:gd name="connsiteY7" fmla="*/ 687989 h 726707"/>
              <a:gd name="connsiteX8" fmla="*/ 688027 w 726708"/>
              <a:gd name="connsiteY8" fmla="*/ 362584 h 726707"/>
              <a:gd name="connsiteX9" fmla="*/ 362598 w 726708"/>
              <a:gd name="connsiteY9" fmla="*/ 37155 h 72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6708" h="726707">
                <a:moveTo>
                  <a:pt x="362598" y="725926"/>
                </a:moveTo>
                <a:cubicBezTo>
                  <a:pt x="162243" y="725926"/>
                  <a:pt x="-744" y="562939"/>
                  <a:pt x="-744" y="362584"/>
                </a:cubicBezTo>
                <a:cubicBezTo>
                  <a:pt x="-744" y="162229"/>
                  <a:pt x="162243" y="-782"/>
                  <a:pt x="362598" y="-782"/>
                </a:cubicBezTo>
                <a:cubicBezTo>
                  <a:pt x="562953" y="-782"/>
                  <a:pt x="725964" y="162205"/>
                  <a:pt x="725964" y="362584"/>
                </a:cubicBezTo>
                <a:cubicBezTo>
                  <a:pt x="725964" y="562963"/>
                  <a:pt x="562953" y="725926"/>
                  <a:pt x="362598" y="725926"/>
                </a:cubicBezTo>
                <a:close/>
                <a:moveTo>
                  <a:pt x="362598" y="37155"/>
                </a:moveTo>
                <a:cubicBezTo>
                  <a:pt x="183180" y="37155"/>
                  <a:pt x="37193" y="183141"/>
                  <a:pt x="37193" y="362584"/>
                </a:cubicBezTo>
                <a:cubicBezTo>
                  <a:pt x="37193" y="542026"/>
                  <a:pt x="183180" y="687989"/>
                  <a:pt x="362598" y="687989"/>
                </a:cubicBezTo>
                <a:cubicBezTo>
                  <a:pt x="542017" y="687989"/>
                  <a:pt x="688027" y="542026"/>
                  <a:pt x="688027" y="362584"/>
                </a:cubicBezTo>
                <a:cubicBezTo>
                  <a:pt x="688027" y="183141"/>
                  <a:pt x="542041" y="37155"/>
                  <a:pt x="362598" y="37155"/>
                </a:cubicBezTo>
                <a:close/>
              </a:path>
            </a:pathLst>
          </a:custGeom>
          <a:solidFill>
            <a:srgbClr val="FFFFFF"/>
          </a:solidFill>
          <a:ln w="2369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87C7994-498B-4052-1C95-A6A271411667}"/>
              </a:ext>
            </a:extLst>
          </p:cNvPr>
          <p:cNvSpPr/>
          <p:nvPr/>
        </p:nvSpPr>
        <p:spPr>
          <a:xfrm>
            <a:off x="1763053" y="5634716"/>
            <a:ext cx="812249" cy="812249"/>
          </a:xfrm>
          <a:custGeom>
            <a:avLst/>
            <a:gdLst>
              <a:gd name="connsiteX0" fmla="*/ 688051 w 688794"/>
              <a:gd name="connsiteY0" fmla="*/ 343616 h 688794"/>
              <a:gd name="connsiteX1" fmla="*/ 343653 w 688794"/>
              <a:gd name="connsiteY1" fmla="*/ 688013 h 688794"/>
              <a:gd name="connsiteX2" fmla="*/ -744 w 688794"/>
              <a:gd name="connsiteY2" fmla="*/ 343616 h 688794"/>
              <a:gd name="connsiteX3" fmla="*/ 343653 w 688794"/>
              <a:gd name="connsiteY3" fmla="*/ -782 h 688794"/>
              <a:gd name="connsiteX4" fmla="*/ 688051 w 688794"/>
              <a:gd name="connsiteY4" fmla="*/ 343616 h 688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8794" h="688794">
                <a:moveTo>
                  <a:pt x="688051" y="343616"/>
                </a:moveTo>
                <a:cubicBezTo>
                  <a:pt x="688051" y="533821"/>
                  <a:pt x="533859" y="688013"/>
                  <a:pt x="343653" y="688013"/>
                </a:cubicBezTo>
                <a:cubicBezTo>
                  <a:pt x="153448" y="688013"/>
                  <a:pt x="-744" y="533821"/>
                  <a:pt x="-744" y="343616"/>
                </a:cubicBezTo>
                <a:cubicBezTo>
                  <a:pt x="-744" y="153410"/>
                  <a:pt x="153448" y="-782"/>
                  <a:pt x="343653" y="-782"/>
                </a:cubicBezTo>
                <a:cubicBezTo>
                  <a:pt x="533859" y="-782"/>
                  <a:pt x="688051" y="153410"/>
                  <a:pt x="688051" y="34361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2369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bg1"/>
                </a:solidFill>
                <a:latin typeface="Montserrat" panose="00000500000000000000" pitchFamily="2" charset="0"/>
              </a:rPr>
              <a:t>03</a:t>
            </a:r>
            <a:endParaRPr lang="en-IN" sz="16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566F8A5-9027-6382-1E99-65A63777FCDA}"/>
              </a:ext>
            </a:extLst>
          </p:cNvPr>
          <p:cNvSpPr/>
          <p:nvPr/>
        </p:nvSpPr>
        <p:spPr>
          <a:xfrm>
            <a:off x="1740682" y="5612344"/>
            <a:ext cx="856929" cy="856985"/>
          </a:xfrm>
          <a:custGeom>
            <a:avLst/>
            <a:gdLst>
              <a:gd name="connsiteX0" fmla="*/ 362622 w 726684"/>
              <a:gd name="connsiteY0" fmla="*/ 725950 h 726731"/>
              <a:gd name="connsiteX1" fmla="*/ -744 w 726684"/>
              <a:gd name="connsiteY1" fmla="*/ 362584 h 726731"/>
              <a:gd name="connsiteX2" fmla="*/ 362622 w 726684"/>
              <a:gd name="connsiteY2" fmla="*/ -782 h 726731"/>
              <a:gd name="connsiteX3" fmla="*/ 725940 w 726684"/>
              <a:gd name="connsiteY3" fmla="*/ 362584 h 726731"/>
              <a:gd name="connsiteX4" fmla="*/ 362622 w 726684"/>
              <a:gd name="connsiteY4" fmla="*/ 725950 h 726731"/>
              <a:gd name="connsiteX5" fmla="*/ 362622 w 726684"/>
              <a:gd name="connsiteY5" fmla="*/ 37155 h 726731"/>
              <a:gd name="connsiteX6" fmla="*/ 37193 w 726684"/>
              <a:gd name="connsiteY6" fmla="*/ 362584 h 726731"/>
              <a:gd name="connsiteX7" fmla="*/ 362622 w 726684"/>
              <a:gd name="connsiteY7" fmla="*/ 688013 h 726731"/>
              <a:gd name="connsiteX8" fmla="*/ 688003 w 726684"/>
              <a:gd name="connsiteY8" fmla="*/ 362584 h 726731"/>
              <a:gd name="connsiteX9" fmla="*/ 362622 w 726684"/>
              <a:gd name="connsiteY9" fmla="*/ 37155 h 726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6684" h="726731">
                <a:moveTo>
                  <a:pt x="362622" y="725950"/>
                </a:moveTo>
                <a:cubicBezTo>
                  <a:pt x="162267" y="725950"/>
                  <a:pt x="-744" y="562939"/>
                  <a:pt x="-744" y="362584"/>
                </a:cubicBezTo>
                <a:cubicBezTo>
                  <a:pt x="-744" y="162229"/>
                  <a:pt x="162267" y="-782"/>
                  <a:pt x="362622" y="-782"/>
                </a:cubicBezTo>
                <a:cubicBezTo>
                  <a:pt x="562977" y="-782"/>
                  <a:pt x="725940" y="162229"/>
                  <a:pt x="725940" y="362584"/>
                </a:cubicBezTo>
                <a:cubicBezTo>
                  <a:pt x="725940" y="562939"/>
                  <a:pt x="562977" y="725950"/>
                  <a:pt x="362622" y="725950"/>
                </a:cubicBezTo>
                <a:close/>
                <a:moveTo>
                  <a:pt x="362622" y="37155"/>
                </a:moveTo>
                <a:cubicBezTo>
                  <a:pt x="183179" y="37155"/>
                  <a:pt x="37193" y="183141"/>
                  <a:pt x="37193" y="362584"/>
                </a:cubicBezTo>
                <a:cubicBezTo>
                  <a:pt x="37193" y="542026"/>
                  <a:pt x="183179" y="688013"/>
                  <a:pt x="362622" y="688013"/>
                </a:cubicBezTo>
                <a:cubicBezTo>
                  <a:pt x="542064" y="688013"/>
                  <a:pt x="688003" y="542026"/>
                  <a:pt x="688003" y="362584"/>
                </a:cubicBezTo>
                <a:cubicBezTo>
                  <a:pt x="688003" y="183141"/>
                  <a:pt x="542064" y="37155"/>
                  <a:pt x="362622" y="37155"/>
                </a:cubicBezTo>
                <a:close/>
              </a:path>
            </a:pathLst>
          </a:custGeom>
          <a:solidFill>
            <a:srgbClr val="FFFFFF"/>
          </a:solidFill>
          <a:ln w="2369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9C5B7B8-A49C-79D0-C6F0-D4F678D532A1}"/>
              </a:ext>
            </a:extLst>
          </p:cNvPr>
          <p:cNvSpPr/>
          <p:nvPr/>
        </p:nvSpPr>
        <p:spPr>
          <a:xfrm>
            <a:off x="5364100" y="5634716"/>
            <a:ext cx="812249" cy="812249"/>
          </a:xfrm>
          <a:custGeom>
            <a:avLst/>
            <a:gdLst>
              <a:gd name="connsiteX0" fmla="*/ 688051 w 688794"/>
              <a:gd name="connsiteY0" fmla="*/ 343616 h 688794"/>
              <a:gd name="connsiteX1" fmla="*/ 343653 w 688794"/>
              <a:gd name="connsiteY1" fmla="*/ 688013 h 688794"/>
              <a:gd name="connsiteX2" fmla="*/ -744 w 688794"/>
              <a:gd name="connsiteY2" fmla="*/ 343616 h 688794"/>
              <a:gd name="connsiteX3" fmla="*/ 343653 w 688794"/>
              <a:gd name="connsiteY3" fmla="*/ -782 h 688794"/>
              <a:gd name="connsiteX4" fmla="*/ 688051 w 688794"/>
              <a:gd name="connsiteY4" fmla="*/ 343616 h 688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8794" h="688794">
                <a:moveTo>
                  <a:pt x="688051" y="343616"/>
                </a:moveTo>
                <a:cubicBezTo>
                  <a:pt x="688051" y="533821"/>
                  <a:pt x="533858" y="688013"/>
                  <a:pt x="343653" y="688013"/>
                </a:cubicBezTo>
                <a:cubicBezTo>
                  <a:pt x="153448" y="688013"/>
                  <a:pt x="-744" y="533821"/>
                  <a:pt x="-744" y="343616"/>
                </a:cubicBezTo>
                <a:cubicBezTo>
                  <a:pt x="-744" y="153410"/>
                  <a:pt x="153448" y="-782"/>
                  <a:pt x="343653" y="-782"/>
                </a:cubicBezTo>
                <a:cubicBezTo>
                  <a:pt x="533858" y="-782"/>
                  <a:pt x="688051" y="153410"/>
                  <a:pt x="688051" y="343616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2369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GB" sz="1600" b="1" dirty="0">
                <a:solidFill>
                  <a:schemeClr val="bg1"/>
                </a:solidFill>
                <a:latin typeface="Montserrat" panose="00000500000000000000" pitchFamily="2" charset="0"/>
              </a:rPr>
              <a:t>04</a:t>
            </a:r>
            <a:endParaRPr lang="en-IN" sz="16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AA44825-BD93-3A41-0031-DC2EB4DC86A0}"/>
              </a:ext>
            </a:extLst>
          </p:cNvPr>
          <p:cNvSpPr/>
          <p:nvPr/>
        </p:nvSpPr>
        <p:spPr>
          <a:xfrm>
            <a:off x="5341728" y="5612344"/>
            <a:ext cx="856958" cy="856985"/>
          </a:xfrm>
          <a:custGeom>
            <a:avLst/>
            <a:gdLst>
              <a:gd name="connsiteX0" fmla="*/ 362598 w 726708"/>
              <a:gd name="connsiteY0" fmla="*/ 725950 h 726731"/>
              <a:gd name="connsiteX1" fmla="*/ -744 w 726708"/>
              <a:gd name="connsiteY1" fmla="*/ 362584 h 726731"/>
              <a:gd name="connsiteX2" fmla="*/ 362598 w 726708"/>
              <a:gd name="connsiteY2" fmla="*/ -782 h 726731"/>
              <a:gd name="connsiteX3" fmla="*/ 725964 w 726708"/>
              <a:gd name="connsiteY3" fmla="*/ 362584 h 726731"/>
              <a:gd name="connsiteX4" fmla="*/ 362598 w 726708"/>
              <a:gd name="connsiteY4" fmla="*/ 725950 h 726731"/>
              <a:gd name="connsiteX5" fmla="*/ 362598 w 726708"/>
              <a:gd name="connsiteY5" fmla="*/ 37155 h 726731"/>
              <a:gd name="connsiteX6" fmla="*/ 37193 w 726708"/>
              <a:gd name="connsiteY6" fmla="*/ 362584 h 726731"/>
              <a:gd name="connsiteX7" fmla="*/ 362598 w 726708"/>
              <a:gd name="connsiteY7" fmla="*/ 688013 h 726731"/>
              <a:gd name="connsiteX8" fmla="*/ 688027 w 726708"/>
              <a:gd name="connsiteY8" fmla="*/ 362584 h 726731"/>
              <a:gd name="connsiteX9" fmla="*/ 362598 w 726708"/>
              <a:gd name="connsiteY9" fmla="*/ 37155 h 726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6708" h="726731">
                <a:moveTo>
                  <a:pt x="362598" y="725950"/>
                </a:moveTo>
                <a:cubicBezTo>
                  <a:pt x="162243" y="725950"/>
                  <a:pt x="-744" y="562939"/>
                  <a:pt x="-744" y="362584"/>
                </a:cubicBezTo>
                <a:cubicBezTo>
                  <a:pt x="-744" y="162229"/>
                  <a:pt x="162243" y="-782"/>
                  <a:pt x="362598" y="-782"/>
                </a:cubicBezTo>
                <a:cubicBezTo>
                  <a:pt x="562953" y="-782"/>
                  <a:pt x="725964" y="162229"/>
                  <a:pt x="725964" y="362584"/>
                </a:cubicBezTo>
                <a:cubicBezTo>
                  <a:pt x="725964" y="562939"/>
                  <a:pt x="562953" y="725950"/>
                  <a:pt x="362598" y="725950"/>
                </a:cubicBezTo>
                <a:close/>
                <a:moveTo>
                  <a:pt x="362598" y="37155"/>
                </a:moveTo>
                <a:cubicBezTo>
                  <a:pt x="183180" y="37155"/>
                  <a:pt x="37193" y="183141"/>
                  <a:pt x="37193" y="362584"/>
                </a:cubicBezTo>
                <a:cubicBezTo>
                  <a:pt x="37193" y="542026"/>
                  <a:pt x="183180" y="688013"/>
                  <a:pt x="362598" y="688013"/>
                </a:cubicBezTo>
                <a:cubicBezTo>
                  <a:pt x="542017" y="688013"/>
                  <a:pt x="688027" y="542026"/>
                  <a:pt x="688027" y="362584"/>
                </a:cubicBezTo>
                <a:cubicBezTo>
                  <a:pt x="688027" y="183141"/>
                  <a:pt x="542041" y="37155"/>
                  <a:pt x="362598" y="37155"/>
                </a:cubicBezTo>
                <a:close/>
              </a:path>
            </a:pathLst>
          </a:custGeom>
          <a:solidFill>
            <a:srgbClr val="FFFFFF"/>
          </a:solidFill>
          <a:ln w="2369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5194219-B6D9-D8AB-28A2-05A4E56190B7}"/>
              </a:ext>
            </a:extLst>
          </p:cNvPr>
          <p:cNvSpPr/>
          <p:nvPr/>
        </p:nvSpPr>
        <p:spPr>
          <a:xfrm>
            <a:off x="2476880" y="1796170"/>
            <a:ext cx="2985610" cy="2985610"/>
          </a:xfrm>
          <a:custGeom>
            <a:avLst/>
            <a:gdLst>
              <a:gd name="connsiteX0" fmla="*/ 2531825 w 2531824"/>
              <a:gd name="connsiteY0" fmla="*/ 1265912 h 2531824"/>
              <a:gd name="connsiteX1" fmla="*/ 1265912 w 2531824"/>
              <a:gd name="connsiteY1" fmla="*/ 2531825 h 2531824"/>
              <a:gd name="connsiteX2" fmla="*/ 0 w 2531824"/>
              <a:gd name="connsiteY2" fmla="*/ 1265912 h 2531824"/>
              <a:gd name="connsiteX3" fmla="*/ 1265912 w 2531824"/>
              <a:gd name="connsiteY3" fmla="*/ 0 h 2531824"/>
              <a:gd name="connsiteX4" fmla="*/ 2531825 w 2531824"/>
              <a:gd name="connsiteY4" fmla="*/ 1265912 h 2531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1824" h="2531824">
                <a:moveTo>
                  <a:pt x="2531825" y="1265912"/>
                </a:moveTo>
                <a:cubicBezTo>
                  <a:pt x="2531825" y="1965057"/>
                  <a:pt x="1965056" y="2531825"/>
                  <a:pt x="1265912" y="2531825"/>
                </a:cubicBezTo>
                <a:cubicBezTo>
                  <a:pt x="566768" y="2531825"/>
                  <a:pt x="0" y="1965057"/>
                  <a:pt x="0" y="1265912"/>
                </a:cubicBezTo>
                <a:cubicBezTo>
                  <a:pt x="0" y="566768"/>
                  <a:pt x="566768" y="0"/>
                  <a:pt x="1265912" y="0"/>
                </a:cubicBezTo>
                <a:cubicBezTo>
                  <a:pt x="1965056" y="0"/>
                  <a:pt x="2531825" y="566768"/>
                  <a:pt x="2531825" y="1265912"/>
                </a:cubicBezTo>
                <a:close/>
              </a:path>
            </a:pathLst>
          </a:custGeom>
          <a:solidFill>
            <a:srgbClr val="FFFFFF">
              <a:alpha val="22000"/>
            </a:srgbClr>
          </a:solidFill>
          <a:ln w="2369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36DEB3E-D79C-3652-1731-CF2F60C41E7E}"/>
              </a:ext>
            </a:extLst>
          </p:cNvPr>
          <p:cNvSpPr/>
          <p:nvPr/>
        </p:nvSpPr>
        <p:spPr>
          <a:xfrm>
            <a:off x="2736294" y="2055586"/>
            <a:ext cx="2466777" cy="2466777"/>
          </a:xfrm>
          <a:custGeom>
            <a:avLst/>
            <a:gdLst>
              <a:gd name="connsiteX0" fmla="*/ 2091850 w 2091849"/>
              <a:gd name="connsiteY0" fmla="*/ 1045925 h 2091849"/>
              <a:gd name="connsiteX1" fmla="*/ 1045925 w 2091849"/>
              <a:gd name="connsiteY1" fmla="*/ 2091850 h 2091849"/>
              <a:gd name="connsiteX2" fmla="*/ 0 w 2091849"/>
              <a:gd name="connsiteY2" fmla="*/ 1045925 h 2091849"/>
              <a:gd name="connsiteX3" fmla="*/ 1045925 w 2091849"/>
              <a:gd name="connsiteY3" fmla="*/ 0 h 2091849"/>
              <a:gd name="connsiteX4" fmla="*/ 2091850 w 2091849"/>
              <a:gd name="connsiteY4" fmla="*/ 1045925 h 2091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1849" h="2091849">
                <a:moveTo>
                  <a:pt x="2091850" y="1045925"/>
                </a:moveTo>
                <a:cubicBezTo>
                  <a:pt x="2091850" y="1623573"/>
                  <a:pt x="1623573" y="2091850"/>
                  <a:pt x="1045925" y="2091850"/>
                </a:cubicBezTo>
                <a:cubicBezTo>
                  <a:pt x="468276" y="2091850"/>
                  <a:pt x="0" y="1623573"/>
                  <a:pt x="0" y="1045925"/>
                </a:cubicBezTo>
                <a:cubicBezTo>
                  <a:pt x="0" y="468277"/>
                  <a:pt x="468276" y="0"/>
                  <a:pt x="1045925" y="0"/>
                </a:cubicBezTo>
                <a:cubicBezTo>
                  <a:pt x="1623573" y="0"/>
                  <a:pt x="2091850" y="468277"/>
                  <a:pt x="2091850" y="1045925"/>
                </a:cubicBezTo>
                <a:close/>
              </a:path>
            </a:pathLst>
          </a:custGeom>
          <a:solidFill>
            <a:srgbClr val="FFFFFF"/>
          </a:solidFill>
          <a:ln w="2369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B4188E2-32D1-7462-6F63-FD523EB1D015}"/>
              </a:ext>
            </a:extLst>
          </p:cNvPr>
          <p:cNvSpPr/>
          <p:nvPr/>
        </p:nvSpPr>
        <p:spPr>
          <a:xfrm>
            <a:off x="2848472" y="2167791"/>
            <a:ext cx="2242424" cy="2242423"/>
          </a:xfrm>
          <a:custGeom>
            <a:avLst/>
            <a:gdLst>
              <a:gd name="connsiteX0" fmla="*/ 950053 w 1901595"/>
              <a:gd name="connsiteY0" fmla="*/ 1900813 h 1901594"/>
              <a:gd name="connsiteX1" fmla="*/ -744 w 1901595"/>
              <a:gd name="connsiteY1" fmla="*/ 950015 h 1901594"/>
              <a:gd name="connsiteX2" fmla="*/ 950053 w 1901595"/>
              <a:gd name="connsiteY2" fmla="*/ -782 h 1901594"/>
              <a:gd name="connsiteX3" fmla="*/ 1900851 w 1901595"/>
              <a:gd name="connsiteY3" fmla="*/ 950015 h 1901594"/>
              <a:gd name="connsiteX4" fmla="*/ 950053 w 1901595"/>
              <a:gd name="connsiteY4" fmla="*/ 1900813 h 1901594"/>
              <a:gd name="connsiteX5" fmla="*/ 950053 w 1901595"/>
              <a:gd name="connsiteY5" fmla="*/ 18186 h 1901594"/>
              <a:gd name="connsiteX6" fmla="*/ 18224 w 1901595"/>
              <a:gd name="connsiteY6" fmla="*/ 950015 h 1901594"/>
              <a:gd name="connsiteX7" fmla="*/ 950053 w 1901595"/>
              <a:gd name="connsiteY7" fmla="*/ 1881844 h 1901594"/>
              <a:gd name="connsiteX8" fmla="*/ 1881882 w 1901595"/>
              <a:gd name="connsiteY8" fmla="*/ 950015 h 1901594"/>
              <a:gd name="connsiteX9" fmla="*/ 950053 w 1901595"/>
              <a:gd name="connsiteY9" fmla="*/ 18163 h 1901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01595" h="1901594">
                <a:moveTo>
                  <a:pt x="950053" y="1900813"/>
                </a:moveTo>
                <a:cubicBezTo>
                  <a:pt x="425763" y="1900813"/>
                  <a:pt x="-744" y="1474282"/>
                  <a:pt x="-744" y="950015"/>
                </a:cubicBezTo>
                <a:cubicBezTo>
                  <a:pt x="-744" y="425749"/>
                  <a:pt x="425787" y="-782"/>
                  <a:pt x="950053" y="-782"/>
                </a:cubicBezTo>
                <a:cubicBezTo>
                  <a:pt x="1474320" y="-782"/>
                  <a:pt x="1900851" y="425749"/>
                  <a:pt x="1900851" y="950015"/>
                </a:cubicBezTo>
                <a:cubicBezTo>
                  <a:pt x="1900851" y="1474282"/>
                  <a:pt x="1474344" y="1900813"/>
                  <a:pt x="950053" y="1900813"/>
                </a:cubicBezTo>
                <a:close/>
                <a:moveTo>
                  <a:pt x="950053" y="18186"/>
                </a:moveTo>
                <a:cubicBezTo>
                  <a:pt x="436243" y="18186"/>
                  <a:pt x="18224" y="436205"/>
                  <a:pt x="18224" y="950015"/>
                </a:cubicBezTo>
                <a:cubicBezTo>
                  <a:pt x="18224" y="1463825"/>
                  <a:pt x="436267" y="1881844"/>
                  <a:pt x="950053" y="1881844"/>
                </a:cubicBezTo>
                <a:cubicBezTo>
                  <a:pt x="1463840" y="1881844"/>
                  <a:pt x="1881882" y="1463825"/>
                  <a:pt x="1881882" y="950015"/>
                </a:cubicBezTo>
                <a:cubicBezTo>
                  <a:pt x="1881882" y="436205"/>
                  <a:pt x="1463863" y="18163"/>
                  <a:pt x="950053" y="18163"/>
                </a:cubicBezTo>
                <a:close/>
              </a:path>
            </a:pathLst>
          </a:custGeom>
          <a:solidFill>
            <a:schemeClr val="accent1"/>
          </a:solidFill>
          <a:ln w="2369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28" name="TextBox 527">
            <a:extLst>
              <a:ext uri="{FF2B5EF4-FFF2-40B4-BE49-F238E27FC236}">
                <a16:creationId xmlns:a16="http://schemas.microsoft.com/office/drawing/2014/main" id="{FF524EC5-1300-8855-580A-4AC847556611}"/>
              </a:ext>
            </a:extLst>
          </p:cNvPr>
          <p:cNvSpPr txBox="1"/>
          <p:nvPr/>
        </p:nvSpPr>
        <p:spPr>
          <a:xfrm>
            <a:off x="607688" y="1864255"/>
            <a:ext cx="19988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Montserrat" panose="00000500000000000000" pitchFamily="2" charset="0"/>
              </a:rPr>
              <a:t>Green spaces may exist but remain isolated from one another.</a:t>
            </a:r>
            <a:endParaRPr lang="en-IN" sz="12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29" name="TextBox 528">
            <a:extLst>
              <a:ext uri="{FF2B5EF4-FFF2-40B4-BE49-F238E27FC236}">
                <a16:creationId xmlns:a16="http://schemas.microsoft.com/office/drawing/2014/main" id="{65FDC0FE-3FD0-391C-5FB4-6D02EA778110}"/>
              </a:ext>
            </a:extLst>
          </p:cNvPr>
          <p:cNvSpPr txBox="1"/>
          <p:nvPr/>
        </p:nvSpPr>
        <p:spPr>
          <a:xfrm>
            <a:off x="5109246" y="1809136"/>
            <a:ext cx="22424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Montserrat" panose="00000500000000000000" pitchFamily="2" charset="0"/>
              </a:rPr>
              <a:t>Understanding an area requires analyzing multiple environmental characteristics.</a:t>
            </a:r>
            <a:endParaRPr lang="en-IN" sz="12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90D4F77E-8923-D00D-9ADB-4BB7187B87D8}"/>
              </a:ext>
            </a:extLst>
          </p:cNvPr>
          <p:cNvSpPr txBox="1"/>
          <p:nvPr/>
        </p:nvSpPr>
        <p:spPr>
          <a:xfrm>
            <a:off x="4935081" y="4591969"/>
            <a:ext cx="24165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Montserrat" panose="00000500000000000000" pitchFamily="2" charset="0"/>
              </a:rPr>
              <a:t>Simple measurements such as total green cover may not reveal the complete ecological picture.</a:t>
            </a:r>
            <a:endParaRPr lang="en-IN" sz="12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31" name="TextBox 530">
            <a:extLst>
              <a:ext uri="{FF2B5EF4-FFF2-40B4-BE49-F238E27FC236}">
                <a16:creationId xmlns:a16="http://schemas.microsoft.com/office/drawing/2014/main" id="{26F8A485-D876-F2F7-4DEA-AD5EDD256E3B}"/>
              </a:ext>
            </a:extLst>
          </p:cNvPr>
          <p:cNvSpPr txBox="1"/>
          <p:nvPr/>
        </p:nvSpPr>
        <p:spPr>
          <a:xfrm>
            <a:off x="678207" y="4530158"/>
            <a:ext cx="22424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Montserrat" panose="00000500000000000000" pitchFamily="2" charset="0"/>
              </a:rPr>
              <a:t>Reviewing large geographical regions manually can be time-consuming.</a:t>
            </a:r>
            <a:endParaRPr lang="en-IN" sz="12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533" name="Picture 532">
            <a:extLst>
              <a:ext uri="{FF2B5EF4-FFF2-40B4-BE49-F238E27FC236}">
                <a16:creationId xmlns:a16="http://schemas.microsoft.com/office/drawing/2014/main" id="{3D7B3F46-115B-8DF4-6AEF-C4CCAAF51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759" y="2688051"/>
            <a:ext cx="1201847" cy="12018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3C0B81-1B49-0BE2-8E58-AE1FF0E53002}"/>
              </a:ext>
            </a:extLst>
          </p:cNvPr>
          <p:cNvSpPr txBox="1"/>
          <p:nvPr/>
        </p:nvSpPr>
        <p:spPr>
          <a:xfrm>
            <a:off x="685814" y="1336514"/>
            <a:ext cx="2234242" cy="366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Montserrat" panose="00000500000000000000" pitchFamily="2" charset="0"/>
              </a:rPr>
              <a:t>Fragmentation</a:t>
            </a:r>
            <a:endParaRPr lang="en-IN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0C8206-AC05-6354-9846-BC48967AEA02}"/>
              </a:ext>
            </a:extLst>
          </p:cNvPr>
          <p:cNvSpPr txBox="1"/>
          <p:nvPr/>
        </p:nvSpPr>
        <p:spPr>
          <a:xfrm>
            <a:off x="715564" y="3912371"/>
            <a:ext cx="2234242" cy="366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Montserrat" panose="00000500000000000000" pitchFamily="2" charset="0"/>
              </a:rPr>
              <a:t>Manual Analysis</a:t>
            </a:r>
            <a:endParaRPr lang="en-IN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68814C-0D02-D24B-DD26-7089FD18ECD7}"/>
              </a:ext>
            </a:extLst>
          </p:cNvPr>
          <p:cNvSpPr txBox="1"/>
          <p:nvPr/>
        </p:nvSpPr>
        <p:spPr>
          <a:xfrm>
            <a:off x="5259821" y="1325463"/>
            <a:ext cx="2234242" cy="366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Montserrat" panose="00000500000000000000" pitchFamily="2" charset="0"/>
              </a:rPr>
              <a:t>Complex Data</a:t>
            </a:r>
            <a:endParaRPr lang="en-IN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5BF576-7DB9-682D-4338-84248A2646B3}"/>
              </a:ext>
            </a:extLst>
          </p:cNvPr>
          <p:cNvSpPr txBox="1"/>
          <p:nvPr/>
        </p:nvSpPr>
        <p:spPr>
          <a:xfrm>
            <a:off x="5259821" y="3815625"/>
            <a:ext cx="2234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Montserrat" panose="00000500000000000000" pitchFamily="2" charset="0"/>
              </a:rPr>
              <a:t>Limited Interpretation</a:t>
            </a:r>
            <a:endParaRPr lang="en-IN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063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DBF225-6A74-EE52-E5DE-1C87A052A1C0}"/>
              </a:ext>
            </a:extLst>
          </p:cNvPr>
          <p:cNvSpPr txBox="1"/>
          <p:nvPr/>
        </p:nvSpPr>
        <p:spPr>
          <a:xfrm>
            <a:off x="0" y="605337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Montserrat" panose="00000500000000000000" pitchFamily="2" charset="0"/>
              </a:rPr>
              <a:t>Introducing </a:t>
            </a:r>
            <a:r>
              <a:rPr lang="en-IN" sz="3600" b="1" dirty="0" err="1">
                <a:latin typeface="Montserrat" panose="00000500000000000000" pitchFamily="2" charset="0"/>
              </a:rPr>
              <a:t>GREENTrace</a:t>
            </a:r>
            <a:endParaRPr lang="en-IN" sz="3600" b="1" i="0" dirty="0">
              <a:solidFill>
                <a:schemeClr val="bg2">
                  <a:lumMod val="10000"/>
                </a:schemeClr>
              </a:solidFill>
              <a:effectLst/>
              <a:latin typeface="Montserrat" panose="00000500000000000000" pitchFamily="2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1644FBB-144E-67A0-5D5F-096257AFF0C9}"/>
              </a:ext>
            </a:extLst>
          </p:cNvPr>
          <p:cNvGrpSpPr/>
          <p:nvPr/>
        </p:nvGrpSpPr>
        <p:grpSpPr>
          <a:xfrm>
            <a:off x="522514" y="2148114"/>
            <a:ext cx="11146972" cy="3918857"/>
            <a:chOff x="522514" y="1886857"/>
            <a:chExt cx="11146972" cy="3918857"/>
          </a:xfrm>
        </p:grpSpPr>
        <p:pic>
          <p:nvPicPr>
            <p:cNvPr id="4" name="Picture 3" descr="A green and blue earth with leaves&#10;&#10;AI-generated content may be incorrect.">
              <a:extLst>
                <a:ext uri="{FF2B5EF4-FFF2-40B4-BE49-F238E27FC236}">
                  <a16:creationId xmlns:a16="http://schemas.microsoft.com/office/drawing/2014/main" id="{E79A7B3F-6EBC-4F42-DF6C-870D96D9C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343" t="3987" r="9580" b="4878"/>
            <a:stretch/>
          </p:blipFill>
          <p:spPr>
            <a:xfrm>
              <a:off x="4374327" y="1886857"/>
              <a:ext cx="3443347" cy="3918857"/>
            </a:xfrm>
            <a:prstGeom prst="rect">
              <a:avLst/>
            </a:prstGeom>
          </p:spPr>
        </p:pic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EDDA308-80C2-568B-B2DC-5253BE0B3031}"/>
                </a:ext>
              </a:extLst>
            </p:cNvPr>
            <p:cNvGrpSpPr/>
            <p:nvPr/>
          </p:nvGrpSpPr>
          <p:grpSpPr>
            <a:xfrm>
              <a:off x="522514" y="2162628"/>
              <a:ext cx="3294743" cy="3367314"/>
              <a:chOff x="522514" y="2438400"/>
              <a:chExt cx="3294743" cy="3367314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FB75B5C6-7F9E-0F38-3E95-7E649DF2B7AC}"/>
                  </a:ext>
                </a:extLst>
              </p:cNvPr>
              <p:cNvSpPr/>
              <p:nvPr/>
            </p:nvSpPr>
            <p:spPr>
              <a:xfrm>
                <a:off x="522514" y="2438400"/>
                <a:ext cx="3294743" cy="3367314"/>
              </a:xfrm>
              <a:prstGeom prst="roundRect">
                <a:avLst>
                  <a:gd name="adj" fmla="val 9619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2DEE67-89D7-CB8B-BF1E-09DBCF3413ED}"/>
                  </a:ext>
                </a:extLst>
              </p:cNvPr>
              <p:cNvSpPr txBox="1"/>
              <p:nvPr/>
            </p:nvSpPr>
            <p:spPr>
              <a:xfrm>
                <a:off x="605105" y="3583448"/>
                <a:ext cx="3129560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The user provides a geographical location using latitude and longitude, along with a radius defining the area to be </a:t>
                </a:r>
                <a:r>
                  <a:rPr lang="en-US" sz="1600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analysed</a:t>
                </a:r>
                <a:r>
                  <a:rPr lang="en-IN" sz="16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. 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D7588C5-5080-E66E-5BD8-9A028B457659}"/>
                </a:ext>
              </a:extLst>
            </p:cNvPr>
            <p:cNvGrpSpPr/>
            <p:nvPr/>
          </p:nvGrpSpPr>
          <p:grpSpPr>
            <a:xfrm>
              <a:off x="8374743" y="2162628"/>
              <a:ext cx="3294743" cy="3367314"/>
              <a:chOff x="8374743" y="2438400"/>
              <a:chExt cx="3294743" cy="3367314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5DA496AA-5969-4ABD-3FB0-FC1411A4D868}"/>
                  </a:ext>
                </a:extLst>
              </p:cNvPr>
              <p:cNvSpPr/>
              <p:nvPr/>
            </p:nvSpPr>
            <p:spPr>
              <a:xfrm>
                <a:off x="8374743" y="2438400"/>
                <a:ext cx="3294743" cy="3367314"/>
              </a:xfrm>
              <a:prstGeom prst="roundRect">
                <a:avLst>
                  <a:gd name="adj" fmla="val 9619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CB7BF21-E0AD-5746-62B2-01024D757E72}"/>
                  </a:ext>
                </a:extLst>
              </p:cNvPr>
              <p:cNvSpPr txBox="1"/>
              <p:nvPr/>
            </p:nvSpPr>
            <p:spPr>
              <a:xfrm>
                <a:off x="8457334" y="3337227"/>
                <a:ext cx="3129560" cy="1815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 err="1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GreenTrace</a:t>
                </a:r>
                <a:r>
                  <a:rPr lang="en-US" sz="16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 analyses the selected area and provides an environmental profile, identifies ecological patterns, and highlights potential areas for restoration consideration.</a:t>
                </a:r>
                <a:endParaRPr lang="en-IN" sz="1600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FA999EB-A282-A3F2-E5C6-F280A5D6DB65}"/>
              </a:ext>
            </a:extLst>
          </p:cNvPr>
          <p:cNvSpPr txBox="1"/>
          <p:nvPr/>
        </p:nvSpPr>
        <p:spPr>
          <a:xfrm>
            <a:off x="2967487" y="1247683"/>
            <a:ext cx="6116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ontserrat" panose="00000500000000000000" pitchFamily="2" charset="0"/>
              </a:rPr>
              <a:t>From location data to ecological insight</a:t>
            </a:r>
            <a:endParaRPr lang="en-IN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825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700EC3E2-9D2B-41E7-E9E3-5697EF33426A}"/>
              </a:ext>
            </a:extLst>
          </p:cNvPr>
          <p:cNvSpPr/>
          <p:nvPr/>
        </p:nvSpPr>
        <p:spPr>
          <a:xfrm>
            <a:off x="143256" y="1668377"/>
            <a:ext cx="2519734" cy="2501031"/>
          </a:xfrm>
          <a:custGeom>
            <a:avLst/>
            <a:gdLst>
              <a:gd name="connsiteX0" fmla="*/ 0 w 2923667"/>
              <a:gd name="connsiteY0" fmla="*/ 0 h 2154895"/>
              <a:gd name="connsiteX1" fmla="*/ 2224795 w 2923667"/>
              <a:gd name="connsiteY1" fmla="*/ 0 h 2154895"/>
              <a:gd name="connsiteX2" fmla="*/ 2923667 w 2923667"/>
              <a:gd name="connsiteY2" fmla="*/ 698872 h 2154895"/>
              <a:gd name="connsiteX3" fmla="*/ 2923667 w 2923667"/>
              <a:gd name="connsiteY3" fmla="*/ 2154896 h 2154895"/>
              <a:gd name="connsiteX4" fmla="*/ 2923667 w 2923667"/>
              <a:gd name="connsiteY4" fmla="*/ 2154896 h 2154895"/>
              <a:gd name="connsiteX5" fmla="*/ 698896 w 2923667"/>
              <a:gd name="connsiteY5" fmla="*/ 2154896 h 2154895"/>
              <a:gd name="connsiteX6" fmla="*/ 0 w 2923667"/>
              <a:gd name="connsiteY6" fmla="*/ 1456001 h 2154895"/>
              <a:gd name="connsiteX7" fmla="*/ 0 w 2923667"/>
              <a:gd name="connsiteY7" fmla="*/ 0 h 2154895"/>
              <a:gd name="connsiteX8" fmla="*/ 0 w 2923667"/>
              <a:gd name="connsiteY8" fmla="*/ 0 h 2154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23667" h="2154895">
                <a:moveTo>
                  <a:pt x="0" y="0"/>
                </a:moveTo>
                <a:lnTo>
                  <a:pt x="2224795" y="0"/>
                </a:lnTo>
                <a:cubicBezTo>
                  <a:pt x="2610757" y="14"/>
                  <a:pt x="2923643" y="312900"/>
                  <a:pt x="2923667" y="698872"/>
                </a:cubicBezTo>
                <a:lnTo>
                  <a:pt x="2923667" y="2154896"/>
                </a:lnTo>
                <a:lnTo>
                  <a:pt x="2923667" y="2154896"/>
                </a:lnTo>
                <a:lnTo>
                  <a:pt x="698896" y="2154896"/>
                </a:lnTo>
                <a:cubicBezTo>
                  <a:pt x="312907" y="2154896"/>
                  <a:pt x="0" y="1841989"/>
                  <a:pt x="0" y="1456001"/>
                </a:cubicBez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2369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E411C27-8D9B-1867-BB67-B1C7C9F1E2B8}"/>
              </a:ext>
            </a:extLst>
          </p:cNvPr>
          <p:cNvSpPr/>
          <p:nvPr/>
        </p:nvSpPr>
        <p:spPr>
          <a:xfrm rot="10800000">
            <a:off x="3252211" y="1668377"/>
            <a:ext cx="2519734" cy="2501028"/>
          </a:xfrm>
          <a:custGeom>
            <a:avLst/>
            <a:gdLst>
              <a:gd name="connsiteX0" fmla="*/ 698151 w 2923690"/>
              <a:gd name="connsiteY0" fmla="*/ -782 h 2154919"/>
              <a:gd name="connsiteX1" fmla="*/ 2922946 w 2923690"/>
              <a:gd name="connsiteY1" fmla="*/ -782 h 2154919"/>
              <a:gd name="connsiteX2" fmla="*/ 2922946 w 2923690"/>
              <a:gd name="connsiteY2" fmla="*/ -782 h 2154919"/>
              <a:gd name="connsiteX3" fmla="*/ 2922946 w 2923690"/>
              <a:gd name="connsiteY3" fmla="*/ 1455242 h 2154919"/>
              <a:gd name="connsiteX4" fmla="*/ 2224051 w 2923690"/>
              <a:gd name="connsiteY4" fmla="*/ 2154138 h 2154919"/>
              <a:gd name="connsiteX5" fmla="*/ -744 w 2923690"/>
              <a:gd name="connsiteY5" fmla="*/ 2154138 h 2154919"/>
              <a:gd name="connsiteX6" fmla="*/ -744 w 2923690"/>
              <a:gd name="connsiteY6" fmla="*/ 2154138 h 2154919"/>
              <a:gd name="connsiteX7" fmla="*/ -744 w 2923690"/>
              <a:gd name="connsiteY7" fmla="*/ 698090 h 2154919"/>
              <a:gd name="connsiteX8" fmla="*/ 698151 w 2923690"/>
              <a:gd name="connsiteY8" fmla="*/ -782 h 2154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23690" h="2154919">
                <a:moveTo>
                  <a:pt x="698151" y="-782"/>
                </a:moveTo>
                <a:lnTo>
                  <a:pt x="2922946" y="-782"/>
                </a:lnTo>
                <a:lnTo>
                  <a:pt x="2922946" y="-782"/>
                </a:lnTo>
                <a:lnTo>
                  <a:pt x="2922946" y="1455242"/>
                </a:lnTo>
                <a:cubicBezTo>
                  <a:pt x="2922946" y="1841228"/>
                  <a:pt x="2610037" y="2154138"/>
                  <a:pt x="2224051" y="2154138"/>
                </a:cubicBezTo>
                <a:lnTo>
                  <a:pt x="-744" y="2154138"/>
                </a:lnTo>
                <a:lnTo>
                  <a:pt x="-744" y="2154138"/>
                </a:lnTo>
                <a:lnTo>
                  <a:pt x="-744" y="698090"/>
                </a:lnTo>
                <a:cubicBezTo>
                  <a:pt x="-720" y="312104"/>
                  <a:pt x="312166" y="-782"/>
                  <a:pt x="698151" y="-782"/>
                </a:cubicBezTo>
                <a:close/>
              </a:path>
            </a:pathLst>
          </a:custGeom>
          <a:solidFill>
            <a:schemeClr val="accent1"/>
          </a:solidFill>
          <a:ln w="2369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3F4D774-75C6-834D-5205-6D7FB8B25D86}"/>
              </a:ext>
            </a:extLst>
          </p:cNvPr>
          <p:cNvSpPr/>
          <p:nvPr/>
        </p:nvSpPr>
        <p:spPr>
          <a:xfrm>
            <a:off x="9529006" y="1668379"/>
            <a:ext cx="2519737" cy="2501026"/>
          </a:xfrm>
          <a:custGeom>
            <a:avLst/>
            <a:gdLst>
              <a:gd name="connsiteX0" fmla="*/ 698896 w 2923690"/>
              <a:gd name="connsiteY0" fmla="*/ 0 h 2154919"/>
              <a:gd name="connsiteX1" fmla="*/ 2923691 w 2923690"/>
              <a:gd name="connsiteY1" fmla="*/ 0 h 2154919"/>
              <a:gd name="connsiteX2" fmla="*/ 2923691 w 2923690"/>
              <a:gd name="connsiteY2" fmla="*/ 0 h 2154919"/>
              <a:gd name="connsiteX3" fmla="*/ 2923691 w 2923690"/>
              <a:gd name="connsiteY3" fmla="*/ 1456024 h 2154919"/>
              <a:gd name="connsiteX4" fmla="*/ 2224795 w 2923690"/>
              <a:gd name="connsiteY4" fmla="*/ 2154920 h 2154919"/>
              <a:gd name="connsiteX5" fmla="*/ 0 w 2923690"/>
              <a:gd name="connsiteY5" fmla="*/ 2154920 h 2154919"/>
              <a:gd name="connsiteX6" fmla="*/ 0 w 2923690"/>
              <a:gd name="connsiteY6" fmla="*/ 2154920 h 2154919"/>
              <a:gd name="connsiteX7" fmla="*/ 0 w 2923690"/>
              <a:gd name="connsiteY7" fmla="*/ 698896 h 2154919"/>
              <a:gd name="connsiteX8" fmla="*/ 698896 w 2923690"/>
              <a:gd name="connsiteY8" fmla="*/ 0 h 2154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23690" h="2154919">
                <a:moveTo>
                  <a:pt x="698896" y="0"/>
                </a:moveTo>
                <a:lnTo>
                  <a:pt x="2923691" y="0"/>
                </a:lnTo>
                <a:lnTo>
                  <a:pt x="2923691" y="0"/>
                </a:lnTo>
                <a:lnTo>
                  <a:pt x="2923691" y="1456024"/>
                </a:lnTo>
                <a:cubicBezTo>
                  <a:pt x="2923691" y="1842010"/>
                  <a:pt x="2610781" y="2154920"/>
                  <a:pt x="2224795" y="2154920"/>
                </a:cubicBezTo>
                <a:lnTo>
                  <a:pt x="0" y="2154920"/>
                </a:lnTo>
                <a:lnTo>
                  <a:pt x="0" y="2154920"/>
                </a:lnTo>
                <a:lnTo>
                  <a:pt x="0" y="698896"/>
                </a:lnTo>
                <a:cubicBezTo>
                  <a:pt x="0" y="312910"/>
                  <a:pt x="312907" y="0"/>
                  <a:pt x="698896" y="0"/>
                </a:cubicBezTo>
                <a:close/>
              </a:path>
            </a:pathLst>
          </a:custGeom>
          <a:solidFill>
            <a:schemeClr val="accent3"/>
          </a:solidFill>
          <a:ln w="2369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DE2EBC3-BBF4-1DD6-EA3A-DD83CBB3AB34}"/>
              </a:ext>
            </a:extLst>
          </p:cNvPr>
          <p:cNvSpPr/>
          <p:nvPr/>
        </p:nvSpPr>
        <p:spPr>
          <a:xfrm rot="10800000">
            <a:off x="6342010" y="1668377"/>
            <a:ext cx="2519736" cy="2501027"/>
          </a:xfrm>
          <a:custGeom>
            <a:avLst/>
            <a:gdLst>
              <a:gd name="connsiteX0" fmla="*/ -744 w 2923690"/>
              <a:gd name="connsiteY0" fmla="*/ -782 h 2154920"/>
              <a:gd name="connsiteX1" fmla="*/ 2224051 w 2923690"/>
              <a:gd name="connsiteY1" fmla="*/ -782 h 2154920"/>
              <a:gd name="connsiteX2" fmla="*/ 2922946 w 2923690"/>
              <a:gd name="connsiteY2" fmla="*/ 698113 h 2154920"/>
              <a:gd name="connsiteX3" fmla="*/ 2922946 w 2923690"/>
              <a:gd name="connsiteY3" fmla="*/ 2154138 h 2154920"/>
              <a:gd name="connsiteX4" fmla="*/ 2922946 w 2923690"/>
              <a:gd name="connsiteY4" fmla="*/ 2154138 h 2154920"/>
              <a:gd name="connsiteX5" fmla="*/ 698151 w 2923690"/>
              <a:gd name="connsiteY5" fmla="*/ 2154138 h 2154920"/>
              <a:gd name="connsiteX6" fmla="*/ -744 w 2923690"/>
              <a:gd name="connsiteY6" fmla="*/ 1455242 h 2154920"/>
              <a:gd name="connsiteX7" fmla="*/ -744 w 2923690"/>
              <a:gd name="connsiteY7" fmla="*/ -782 h 2154920"/>
              <a:gd name="connsiteX8" fmla="*/ -744 w 2923690"/>
              <a:gd name="connsiteY8" fmla="*/ -782 h 215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23690" h="2154920">
                <a:moveTo>
                  <a:pt x="-744" y="-782"/>
                </a:moveTo>
                <a:lnTo>
                  <a:pt x="2224051" y="-782"/>
                </a:lnTo>
                <a:cubicBezTo>
                  <a:pt x="2610037" y="-782"/>
                  <a:pt x="2922946" y="312127"/>
                  <a:pt x="2922946" y="698113"/>
                </a:cubicBezTo>
                <a:lnTo>
                  <a:pt x="2922946" y="2154138"/>
                </a:lnTo>
                <a:lnTo>
                  <a:pt x="2922946" y="2154138"/>
                </a:lnTo>
                <a:lnTo>
                  <a:pt x="698151" y="2154138"/>
                </a:lnTo>
                <a:cubicBezTo>
                  <a:pt x="312166" y="2154138"/>
                  <a:pt x="-744" y="1841228"/>
                  <a:pt x="-744" y="1455242"/>
                </a:cubicBezTo>
                <a:lnTo>
                  <a:pt x="-744" y="-782"/>
                </a:lnTo>
                <a:lnTo>
                  <a:pt x="-744" y="-782"/>
                </a:lnTo>
                <a:close/>
              </a:path>
            </a:pathLst>
          </a:custGeom>
          <a:solidFill>
            <a:schemeClr val="accent4"/>
          </a:solidFill>
          <a:ln w="2369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E51CAA8-241E-AA13-3165-EA48A2320117}"/>
              </a:ext>
            </a:extLst>
          </p:cNvPr>
          <p:cNvSpPr/>
          <p:nvPr/>
        </p:nvSpPr>
        <p:spPr>
          <a:xfrm>
            <a:off x="2662990" y="2799650"/>
            <a:ext cx="589220" cy="155276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8B0819A-547F-F733-AC85-0724E636A402}"/>
              </a:ext>
            </a:extLst>
          </p:cNvPr>
          <p:cNvSpPr/>
          <p:nvPr/>
        </p:nvSpPr>
        <p:spPr>
          <a:xfrm>
            <a:off x="5779698" y="2797096"/>
            <a:ext cx="562312" cy="155276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4CC1369-7D90-A1DA-F701-2CB989F08292}"/>
              </a:ext>
            </a:extLst>
          </p:cNvPr>
          <p:cNvSpPr/>
          <p:nvPr/>
        </p:nvSpPr>
        <p:spPr>
          <a:xfrm>
            <a:off x="8861746" y="2860035"/>
            <a:ext cx="667260" cy="155276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B7FE0F-9BA7-E737-AC80-1EB032482DD0}"/>
              </a:ext>
            </a:extLst>
          </p:cNvPr>
          <p:cNvSpPr txBox="1"/>
          <p:nvPr/>
        </p:nvSpPr>
        <p:spPr>
          <a:xfrm>
            <a:off x="3443377" y="426506"/>
            <a:ext cx="53052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Montserrat" panose="00000500000000000000" pitchFamily="2" charset="0"/>
              </a:rPr>
              <a:t>How </a:t>
            </a:r>
            <a:r>
              <a:rPr lang="en-IN" sz="3200" b="1" dirty="0" err="1">
                <a:latin typeface="Montserrat" panose="00000500000000000000" pitchFamily="2" charset="0"/>
              </a:rPr>
              <a:t>GreenTrace</a:t>
            </a:r>
            <a:r>
              <a:rPr lang="en-IN" sz="3200" b="1" dirty="0">
                <a:latin typeface="Montserrat" panose="00000500000000000000" pitchFamily="2" charset="0"/>
              </a:rPr>
              <a:t> Works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00B3E8-1FF1-3870-46DD-9FEF63CEBFBE}"/>
              </a:ext>
            </a:extLst>
          </p:cNvPr>
          <p:cNvSpPr txBox="1"/>
          <p:nvPr/>
        </p:nvSpPr>
        <p:spPr>
          <a:xfrm>
            <a:off x="312697" y="1981488"/>
            <a:ext cx="201666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Montserrat" panose="00000500000000000000" pitchFamily="2" charset="0"/>
              </a:rPr>
              <a:t>Define Area</a:t>
            </a:r>
          </a:p>
          <a:p>
            <a:endParaRPr lang="en-IN" sz="2000" b="1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algn="ctr"/>
            <a:r>
              <a:rPr lang="en-IN" sz="1600" dirty="0">
                <a:solidFill>
                  <a:schemeClr val="bg1"/>
                </a:solidFill>
                <a:latin typeface="Montserrat" panose="00000500000000000000" pitchFamily="2" charset="0"/>
              </a:rPr>
              <a:t>User enters coordinates and radius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9BADBC-5A09-9E37-4307-F2907197F794}"/>
              </a:ext>
            </a:extLst>
          </p:cNvPr>
          <p:cNvSpPr txBox="1"/>
          <p:nvPr/>
        </p:nvSpPr>
        <p:spPr>
          <a:xfrm>
            <a:off x="3330250" y="1984195"/>
            <a:ext cx="238245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Montserrat" panose="00000500000000000000" pitchFamily="2" charset="0"/>
              </a:rPr>
              <a:t>Analyse </a:t>
            </a:r>
          </a:p>
          <a:p>
            <a:pPr algn="ctr"/>
            <a:r>
              <a:rPr lang="en-IN" sz="2000" b="1" dirty="0">
                <a:solidFill>
                  <a:schemeClr val="bg1"/>
                </a:solidFill>
                <a:latin typeface="Montserrat" panose="00000500000000000000" pitchFamily="2" charset="0"/>
              </a:rPr>
              <a:t>Environment</a:t>
            </a:r>
          </a:p>
          <a:p>
            <a:pPr algn="ctr"/>
            <a:r>
              <a:rPr lang="en-IN" sz="1600" dirty="0">
                <a:solidFill>
                  <a:schemeClr val="bg1"/>
                </a:solidFill>
                <a:latin typeface="Montserrat" panose="00000500000000000000" pitchFamily="2" charset="0"/>
              </a:rPr>
              <a:t>Earth Engine retrieves land-cover information for the study area.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4947DA-BE5E-EA07-404B-6C9388CF2738}"/>
              </a:ext>
            </a:extLst>
          </p:cNvPr>
          <p:cNvSpPr txBox="1"/>
          <p:nvPr/>
        </p:nvSpPr>
        <p:spPr>
          <a:xfrm>
            <a:off x="6275019" y="1984194"/>
            <a:ext cx="251973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Montserrat" panose="00000500000000000000" pitchFamily="2" charset="0"/>
              </a:rPr>
              <a:t>Discover Patterns</a:t>
            </a:r>
          </a:p>
          <a:p>
            <a:pPr algn="ctr"/>
            <a:r>
              <a:rPr lang="en-IN" sz="1600" dirty="0">
                <a:solidFill>
                  <a:schemeClr val="bg1"/>
                </a:solidFill>
                <a:latin typeface="Montserrat" panose="00000500000000000000" pitchFamily="2" charset="0"/>
              </a:rPr>
              <a:t>Unsupervised ML groups area with similar environmental characteristics.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E0A06E-1A41-5551-5E7D-B7DCE66390EC}"/>
              </a:ext>
            </a:extLst>
          </p:cNvPr>
          <p:cNvSpPr txBox="1"/>
          <p:nvPr/>
        </p:nvSpPr>
        <p:spPr>
          <a:xfrm>
            <a:off x="9721517" y="1859765"/>
            <a:ext cx="2327226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Montserrat" panose="00000500000000000000" pitchFamily="2" charset="0"/>
              </a:rPr>
              <a:t>Reason &amp; Assess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</a:rPr>
              <a:t>Forward-chaining rules interpret the environmental conditions and identify potential ecological gaps.</a:t>
            </a:r>
            <a:endParaRPr lang="en-IN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3849F3-DEE9-88AD-484C-9CE8CB254B10}"/>
              </a:ext>
            </a:extLst>
          </p:cNvPr>
          <p:cNvSpPr txBox="1"/>
          <p:nvPr/>
        </p:nvSpPr>
        <p:spPr>
          <a:xfrm>
            <a:off x="1187116" y="4649878"/>
            <a:ext cx="98498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Montserrat" panose="00000500000000000000" pitchFamily="2" charset="0"/>
              </a:rPr>
              <a:t>The system provides evidence and reasoning; the final decision remains with the user.</a:t>
            </a:r>
            <a:endParaRPr lang="en-IN" sz="2000" b="1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285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7C654-6DBB-FA01-BFD5-94685582C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3C538F7-048B-19ED-933C-2F3AD835FF1E}"/>
              </a:ext>
            </a:extLst>
          </p:cNvPr>
          <p:cNvSpPr txBox="1"/>
          <p:nvPr/>
        </p:nvSpPr>
        <p:spPr>
          <a:xfrm>
            <a:off x="0" y="605337"/>
            <a:ext cx="1219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Montserrat" panose="00000500000000000000" pitchFamily="2" charset="0"/>
              </a:rPr>
              <a:t>AI Techniques Used</a:t>
            </a:r>
          </a:p>
          <a:p>
            <a:pPr algn="ctr"/>
            <a:r>
              <a:rPr lang="en-US" sz="2400" dirty="0">
                <a:latin typeface="Montserrat" panose="00000500000000000000" pitchFamily="2" charset="0"/>
              </a:rPr>
              <a:t>Pattern discovery + logical reasoning = explainable ecological assessment</a:t>
            </a:r>
            <a:endParaRPr lang="en-IN" sz="2400" b="1" i="0" dirty="0">
              <a:solidFill>
                <a:schemeClr val="bg2">
                  <a:lumMod val="10000"/>
                </a:schemeClr>
              </a:solidFill>
              <a:effectLst/>
              <a:latin typeface="Montserrat" panose="00000500000000000000" pitchFamily="2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578BB7C-97DD-BE9E-561E-FC29836DB808}"/>
              </a:ext>
            </a:extLst>
          </p:cNvPr>
          <p:cNvGrpSpPr/>
          <p:nvPr/>
        </p:nvGrpSpPr>
        <p:grpSpPr>
          <a:xfrm>
            <a:off x="815663" y="2428856"/>
            <a:ext cx="10560674" cy="3062448"/>
            <a:chOff x="815663" y="2428856"/>
            <a:chExt cx="10560674" cy="3062448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63F4DB8-6D81-F79E-E464-68C08888862D}"/>
                </a:ext>
              </a:extLst>
            </p:cNvPr>
            <p:cNvSpPr/>
            <p:nvPr/>
          </p:nvSpPr>
          <p:spPr>
            <a:xfrm>
              <a:off x="3562698" y="3733809"/>
              <a:ext cx="755231" cy="216728"/>
            </a:xfrm>
            <a:custGeom>
              <a:avLst/>
              <a:gdLst>
                <a:gd name="connsiteX0" fmla="*/ 0 w 755231"/>
                <a:gd name="connsiteY0" fmla="*/ 0 h 216728"/>
                <a:gd name="connsiteX1" fmla="*/ 755232 w 755231"/>
                <a:gd name="connsiteY1" fmla="*/ 0 h 216728"/>
                <a:gd name="connsiteX2" fmla="*/ 755232 w 755231"/>
                <a:gd name="connsiteY2" fmla="*/ 216729 h 216728"/>
                <a:gd name="connsiteX3" fmla="*/ 0 w 755231"/>
                <a:gd name="connsiteY3" fmla="*/ 216729 h 216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5231" h="216728">
                  <a:moveTo>
                    <a:pt x="0" y="0"/>
                  </a:moveTo>
                  <a:lnTo>
                    <a:pt x="755232" y="0"/>
                  </a:lnTo>
                  <a:lnTo>
                    <a:pt x="755232" y="216729"/>
                  </a:lnTo>
                  <a:lnTo>
                    <a:pt x="0" y="216729"/>
                  </a:lnTo>
                  <a:close/>
                </a:path>
              </a:pathLst>
            </a:custGeom>
            <a:solidFill>
              <a:srgbClr val="E6E6E6"/>
            </a:solidFill>
            <a:ln w="3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D5B802F-89DA-5A44-453E-1D82083786C9}"/>
                </a:ext>
              </a:extLst>
            </p:cNvPr>
            <p:cNvSpPr/>
            <p:nvPr/>
          </p:nvSpPr>
          <p:spPr>
            <a:xfrm>
              <a:off x="4317930" y="3541789"/>
              <a:ext cx="250012" cy="600767"/>
            </a:xfrm>
            <a:custGeom>
              <a:avLst/>
              <a:gdLst>
                <a:gd name="connsiteX0" fmla="*/ 0 w 250012"/>
                <a:gd name="connsiteY0" fmla="*/ 319469 h 600767"/>
                <a:gd name="connsiteX1" fmla="*/ 0 w 250012"/>
                <a:gd name="connsiteY1" fmla="*/ 0 h 600767"/>
                <a:gd name="connsiteX2" fmla="*/ 250013 w 250012"/>
                <a:gd name="connsiteY2" fmla="*/ 319469 h 600767"/>
                <a:gd name="connsiteX3" fmla="*/ 0 w 250012"/>
                <a:gd name="connsiteY3" fmla="*/ 600768 h 600767"/>
                <a:gd name="connsiteX4" fmla="*/ 0 w 250012"/>
                <a:gd name="connsiteY4" fmla="*/ 319469 h 60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012" h="600767">
                  <a:moveTo>
                    <a:pt x="0" y="319469"/>
                  </a:moveTo>
                  <a:lnTo>
                    <a:pt x="0" y="0"/>
                  </a:lnTo>
                  <a:lnTo>
                    <a:pt x="250013" y="319469"/>
                  </a:lnTo>
                  <a:lnTo>
                    <a:pt x="0" y="600768"/>
                  </a:lnTo>
                  <a:lnTo>
                    <a:pt x="0" y="319469"/>
                  </a:lnTo>
                  <a:close/>
                </a:path>
              </a:pathLst>
            </a:custGeom>
            <a:solidFill>
              <a:srgbClr val="E6E6E6"/>
            </a:solidFill>
            <a:ln w="3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0FB232-1716-233F-FEBE-95385903C088}"/>
                </a:ext>
              </a:extLst>
            </p:cNvPr>
            <p:cNvSpPr/>
            <p:nvPr/>
          </p:nvSpPr>
          <p:spPr>
            <a:xfrm>
              <a:off x="7311874" y="3733809"/>
              <a:ext cx="755231" cy="216728"/>
            </a:xfrm>
            <a:custGeom>
              <a:avLst/>
              <a:gdLst>
                <a:gd name="connsiteX0" fmla="*/ 0 w 755231"/>
                <a:gd name="connsiteY0" fmla="*/ 0 h 216728"/>
                <a:gd name="connsiteX1" fmla="*/ 755232 w 755231"/>
                <a:gd name="connsiteY1" fmla="*/ 0 h 216728"/>
                <a:gd name="connsiteX2" fmla="*/ 755232 w 755231"/>
                <a:gd name="connsiteY2" fmla="*/ 216729 h 216728"/>
                <a:gd name="connsiteX3" fmla="*/ 0 w 755231"/>
                <a:gd name="connsiteY3" fmla="*/ 216729 h 216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5231" h="216728">
                  <a:moveTo>
                    <a:pt x="0" y="0"/>
                  </a:moveTo>
                  <a:lnTo>
                    <a:pt x="755232" y="0"/>
                  </a:lnTo>
                  <a:lnTo>
                    <a:pt x="755232" y="216729"/>
                  </a:lnTo>
                  <a:lnTo>
                    <a:pt x="0" y="216729"/>
                  </a:lnTo>
                  <a:close/>
                </a:path>
              </a:pathLst>
            </a:custGeom>
            <a:solidFill>
              <a:srgbClr val="E6E6E6"/>
            </a:solidFill>
            <a:ln w="3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34CCBD2-EF65-6888-67C6-3A533B6A37BE}"/>
                </a:ext>
              </a:extLst>
            </p:cNvPr>
            <p:cNvSpPr/>
            <p:nvPr/>
          </p:nvSpPr>
          <p:spPr>
            <a:xfrm>
              <a:off x="8067105" y="3541789"/>
              <a:ext cx="250012" cy="600767"/>
            </a:xfrm>
            <a:custGeom>
              <a:avLst/>
              <a:gdLst>
                <a:gd name="connsiteX0" fmla="*/ 0 w 250012"/>
                <a:gd name="connsiteY0" fmla="*/ 319469 h 600767"/>
                <a:gd name="connsiteX1" fmla="*/ 0 w 250012"/>
                <a:gd name="connsiteY1" fmla="*/ 0 h 600767"/>
                <a:gd name="connsiteX2" fmla="*/ 250013 w 250012"/>
                <a:gd name="connsiteY2" fmla="*/ 319469 h 600767"/>
                <a:gd name="connsiteX3" fmla="*/ 0 w 250012"/>
                <a:gd name="connsiteY3" fmla="*/ 600768 h 600767"/>
                <a:gd name="connsiteX4" fmla="*/ 0 w 250012"/>
                <a:gd name="connsiteY4" fmla="*/ 319469 h 60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012" h="600767">
                  <a:moveTo>
                    <a:pt x="0" y="319469"/>
                  </a:moveTo>
                  <a:lnTo>
                    <a:pt x="0" y="0"/>
                  </a:lnTo>
                  <a:lnTo>
                    <a:pt x="250013" y="319469"/>
                  </a:lnTo>
                  <a:lnTo>
                    <a:pt x="0" y="600768"/>
                  </a:lnTo>
                  <a:lnTo>
                    <a:pt x="0" y="319469"/>
                  </a:lnTo>
                  <a:close/>
                </a:path>
              </a:pathLst>
            </a:custGeom>
            <a:solidFill>
              <a:srgbClr val="E6E6E6"/>
            </a:solidFill>
            <a:ln w="3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7E9EB17-B892-496F-18D8-4E66E0DC0888}"/>
                </a:ext>
              </a:extLst>
            </p:cNvPr>
            <p:cNvSpPr/>
            <p:nvPr/>
          </p:nvSpPr>
          <p:spPr>
            <a:xfrm>
              <a:off x="831645" y="2444868"/>
              <a:ext cx="3030454" cy="3030454"/>
            </a:xfrm>
            <a:custGeom>
              <a:avLst/>
              <a:gdLst>
                <a:gd name="connsiteX0" fmla="*/ 1514945 w 3030454"/>
                <a:gd name="connsiteY0" fmla="*/ 3029582 h 3030454"/>
                <a:gd name="connsiteX1" fmla="*/ 443533 w 3030454"/>
                <a:gd name="connsiteY1" fmla="*/ 2585767 h 3030454"/>
                <a:gd name="connsiteX2" fmla="*/ -282 w 3030454"/>
                <a:gd name="connsiteY2" fmla="*/ 1514354 h 3030454"/>
                <a:gd name="connsiteX3" fmla="*/ 443533 w 3030454"/>
                <a:gd name="connsiteY3" fmla="*/ 442911 h 3030454"/>
                <a:gd name="connsiteX4" fmla="*/ 1514945 w 3030454"/>
                <a:gd name="connsiteY4" fmla="*/ -873 h 3030454"/>
                <a:gd name="connsiteX5" fmla="*/ 2586388 w 3030454"/>
                <a:gd name="connsiteY5" fmla="*/ 442911 h 3030454"/>
                <a:gd name="connsiteX6" fmla="*/ 3030172 w 3030454"/>
                <a:gd name="connsiteY6" fmla="*/ 1514354 h 3030454"/>
                <a:gd name="connsiteX7" fmla="*/ 2586388 w 3030454"/>
                <a:gd name="connsiteY7" fmla="*/ 2585767 h 3030454"/>
                <a:gd name="connsiteX8" fmla="*/ 1514945 w 3030454"/>
                <a:gd name="connsiteY8" fmla="*/ 3029582 h 3030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30454" h="3030454">
                  <a:moveTo>
                    <a:pt x="1514945" y="3029582"/>
                  </a:moveTo>
                  <a:cubicBezTo>
                    <a:pt x="1110223" y="3029582"/>
                    <a:pt x="729718" y="2871952"/>
                    <a:pt x="443533" y="2585767"/>
                  </a:cubicBezTo>
                  <a:cubicBezTo>
                    <a:pt x="157347" y="2299582"/>
                    <a:pt x="-282" y="1919077"/>
                    <a:pt x="-282" y="1514354"/>
                  </a:cubicBezTo>
                  <a:cubicBezTo>
                    <a:pt x="-282" y="1109632"/>
                    <a:pt x="157347" y="729127"/>
                    <a:pt x="443533" y="442911"/>
                  </a:cubicBezTo>
                  <a:cubicBezTo>
                    <a:pt x="729718" y="156695"/>
                    <a:pt x="1110223" y="-873"/>
                    <a:pt x="1514945" y="-873"/>
                  </a:cubicBezTo>
                  <a:cubicBezTo>
                    <a:pt x="1919668" y="-873"/>
                    <a:pt x="2300203" y="156726"/>
                    <a:pt x="2586388" y="442911"/>
                  </a:cubicBezTo>
                  <a:cubicBezTo>
                    <a:pt x="2872574" y="729096"/>
                    <a:pt x="3030172" y="1109632"/>
                    <a:pt x="3030172" y="1514354"/>
                  </a:cubicBezTo>
                  <a:cubicBezTo>
                    <a:pt x="3030172" y="1919077"/>
                    <a:pt x="2872574" y="2299582"/>
                    <a:pt x="2586388" y="2585767"/>
                  </a:cubicBezTo>
                  <a:cubicBezTo>
                    <a:pt x="2300203" y="2871952"/>
                    <a:pt x="1919698" y="3029582"/>
                    <a:pt x="1514945" y="3029582"/>
                  </a:cubicBezTo>
                  <a:close/>
                </a:path>
              </a:pathLst>
            </a:custGeom>
            <a:solidFill>
              <a:schemeClr val="bg1"/>
            </a:solidFill>
            <a:ln w="3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FE93219-2070-290A-15FC-B0C2576FEE1C}"/>
                </a:ext>
              </a:extLst>
            </p:cNvPr>
            <p:cNvSpPr/>
            <p:nvPr/>
          </p:nvSpPr>
          <p:spPr>
            <a:xfrm>
              <a:off x="815663" y="2428856"/>
              <a:ext cx="3062447" cy="3062447"/>
            </a:xfrm>
            <a:custGeom>
              <a:avLst/>
              <a:gdLst>
                <a:gd name="connsiteX0" fmla="*/ 1530926 w 3062447"/>
                <a:gd name="connsiteY0" fmla="*/ 31151 h 3062447"/>
                <a:gd name="connsiteX1" fmla="*/ 3023227 w 3062447"/>
                <a:gd name="connsiteY1" fmla="*/ 1527508 h 3062447"/>
                <a:gd name="connsiteX2" fmla="*/ 1526891 w 3062447"/>
                <a:gd name="connsiteY2" fmla="*/ 3019809 h 3062447"/>
                <a:gd name="connsiteX3" fmla="*/ 34582 w 3062447"/>
                <a:gd name="connsiteY3" fmla="*/ 1523451 h 3062447"/>
                <a:gd name="connsiteX4" fmla="*/ 947369 w 3062447"/>
                <a:gd name="connsiteY4" fmla="*/ 148950 h 3062447"/>
                <a:gd name="connsiteX5" fmla="*/ 1530926 w 3062447"/>
                <a:gd name="connsiteY5" fmla="*/ 31151 h 3062447"/>
                <a:gd name="connsiteX6" fmla="*/ 1530926 w 3062447"/>
                <a:gd name="connsiteY6" fmla="*/ -873 h 3062447"/>
                <a:gd name="connsiteX7" fmla="*/ -282 w 3062447"/>
                <a:gd name="connsiteY7" fmla="*/ 1530366 h 3062447"/>
                <a:gd name="connsiteX8" fmla="*/ 1530926 w 3062447"/>
                <a:gd name="connsiteY8" fmla="*/ 3061575 h 3062447"/>
                <a:gd name="connsiteX9" fmla="*/ 3062165 w 3062447"/>
                <a:gd name="connsiteY9" fmla="*/ 1530366 h 3062447"/>
                <a:gd name="connsiteX10" fmla="*/ 1530926 w 3062447"/>
                <a:gd name="connsiteY10" fmla="*/ -873 h 306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62447" h="3062447">
                  <a:moveTo>
                    <a:pt x="1530926" y="31151"/>
                  </a:moveTo>
                  <a:cubicBezTo>
                    <a:pt x="2356229" y="32267"/>
                    <a:pt x="3024364" y="702205"/>
                    <a:pt x="3023227" y="1527508"/>
                  </a:cubicBezTo>
                  <a:cubicBezTo>
                    <a:pt x="3022121" y="2352780"/>
                    <a:pt x="2352173" y="3020915"/>
                    <a:pt x="1526891" y="3019809"/>
                  </a:cubicBezTo>
                  <a:cubicBezTo>
                    <a:pt x="701598" y="3018702"/>
                    <a:pt x="33469" y="2348754"/>
                    <a:pt x="34582" y="1523451"/>
                  </a:cubicBezTo>
                  <a:cubicBezTo>
                    <a:pt x="35393" y="923605"/>
                    <a:pt x="394809" y="382389"/>
                    <a:pt x="947369" y="148950"/>
                  </a:cubicBezTo>
                  <a:cubicBezTo>
                    <a:pt x="1131979" y="70815"/>
                    <a:pt x="1330462" y="30748"/>
                    <a:pt x="1530926" y="31151"/>
                  </a:cubicBezTo>
                  <a:close/>
                  <a:moveTo>
                    <a:pt x="1530926" y="-873"/>
                  </a:moveTo>
                  <a:cubicBezTo>
                    <a:pt x="685248" y="-873"/>
                    <a:pt x="-282" y="684687"/>
                    <a:pt x="-282" y="1530366"/>
                  </a:cubicBezTo>
                  <a:cubicBezTo>
                    <a:pt x="-282" y="2376045"/>
                    <a:pt x="685248" y="3061575"/>
                    <a:pt x="1530926" y="3061575"/>
                  </a:cubicBezTo>
                  <a:cubicBezTo>
                    <a:pt x="2376605" y="3061575"/>
                    <a:pt x="3062165" y="2376045"/>
                    <a:pt x="3062165" y="1530366"/>
                  </a:cubicBezTo>
                  <a:cubicBezTo>
                    <a:pt x="3062165" y="684687"/>
                    <a:pt x="2376605" y="-873"/>
                    <a:pt x="1530926" y="-873"/>
                  </a:cubicBezTo>
                  <a:close/>
                </a:path>
              </a:pathLst>
            </a:custGeom>
            <a:solidFill>
              <a:schemeClr val="accent1"/>
            </a:solidFill>
            <a:ln w="3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3005B03-571C-FC82-251E-9D8987874A52}"/>
                </a:ext>
              </a:extLst>
            </p:cNvPr>
            <p:cNvSpPr/>
            <p:nvPr/>
          </p:nvSpPr>
          <p:spPr>
            <a:xfrm>
              <a:off x="2346902" y="3960096"/>
              <a:ext cx="1531208" cy="1531208"/>
            </a:xfrm>
            <a:custGeom>
              <a:avLst/>
              <a:gdLst>
                <a:gd name="connsiteX0" fmla="*/ 0 w 1531208"/>
                <a:gd name="connsiteY0" fmla="*/ 1531208 h 1531208"/>
                <a:gd name="connsiteX1" fmla="*/ 1531208 w 1531208"/>
                <a:gd name="connsiteY1" fmla="*/ 0 h 1531208"/>
                <a:gd name="connsiteX2" fmla="*/ 1531208 w 1531208"/>
                <a:gd name="connsiteY2" fmla="*/ 1531208 h 1531208"/>
                <a:gd name="connsiteX3" fmla="*/ 0 w 1531208"/>
                <a:gd name="connsiteY3" fmla="*/ 1531208 h 1531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1208" h="1531208">
                  <a:moveTo>
                    <a:pt x="0" y="1531208"/>
                  </a:moveTo>
                  <a:lnTo>
                    <a:pt x="1531208" y="0"/>
                  </a:lnTo>
                  <a:lnTo>
                    <a:pt x="1531208" y="1531208"/>
                  </a:lnTo>
                  <a:lnTo>
                    <a:pt x="0" y="1531208"/>
                  </a:lnTo>
                  <a:close/>
                </a:path>
              </a:pathLst>
            </a:custGeom>
            <a:solidFill>
              <a:schemeClr val="accent1"/>
            </a:solidFill>
            <a:ln w="3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866E36D-D4E8-B6B7-EF56-0280FDBE6285}"/>
                </a:ext>
              </a:extLst>
            </p:cNvPr>
            <p:cNvSpPr/>
            <p:nvPr/>
          </p:nvSpPr>
          <p:spPr>
            <a:xfrm>
              <a:off x="4580851" y="2444868"/>
              <a:ext cx="3030269" cy="3030454"/>
            </a:xfrm>
            <a:custGeom>
              <a:avLst/>
              <a:gdLst>
                <a:gd name="connsiteX0" fmla="*/ 1514853 w 3030269"/>
                <a:gd name="connsiteY0" fmla="*/ 3029582 h 3030454"/>
                <a:gd name="connsiteX1" fmla="*/ 443441 w 3030269"/>
                <a:gd name="connsiteY1" fmla="*/ 2585767 h 3030454"/>
                <a:gd name="connsiteX2" fmla="*/ -282 w 3030269"/>
                <a:gd name="connsiteY2" fmla="*/ 1514354 h 3030454"/>
                <a:gd name="connsiteX3" fmla="*/ 443533 w 3030269"/>
                <a:gd name="connsiteY3" fmla="*/ 442911 h 3030454"/>
                <a:gd name="connsiteX4" fmla="*/ 1514945 w 3030269"/>
                <a:gd name="connsiteY4" fmla="*/ -873 h 3030454"/>
                <a:gd name="connsiteX5" fmla="*/ 2586358 w 3030269"/>
                <a:gd name="connsiteY5" fmla="*/ 442911 h 3030454"/>
                <a:gd name="connsiteX6" fmla="*/ 3029988 w 3030269"/>
                <a:gd name="connsiteY6" fmla="*/ 1514354 h 3030454"/>
                <a:gd name="connsiteX7" fmla="*/ 2586174 w 3030269"/>
                <a:gd name="connsiteY7" fmla="*/ 2585767 h 3030454"/>
                <a:gd name="connsiteX8" fmla="*/ 1514853 w 3030269"/>
                <a:gd name="connsiteY8" fmla="*/ 3029582 h 3030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30269" h="3030454">
                  <a:moveTo>
                    <a:pt x="1514853" y="3029582"/>
                  </a:moveTo>
                  <a:cubicBezTo>
                    <a:pt x="1110131" y="3029582"/>
                    <a:pt x="729626" y="2871952"/>
                    <a:pt x="443441" y="2585767"/>
                  </a:cubicBezTo>
                  <a:cubicBezTo>
                    <a:pt x="157255" y="2299582"/>
                    <a:pt x="-282" y="1919077"/>
                    <a:pt x="-282" y="1514354"/>
                  </a:cubicBezTo>
                  <a:cubicBezTo>
                    <a:pt x="-282" y="1109632"/>
                    <a:pt x="157348" y="729127"/>
                    <a:pt x="443533" y="442911"/>
                  </a:cubicBezTo>
                  <a:cubicBezTo>
                    <a:pt x="729718" y="156695"/>
                    <a:pt x="1110223" y="-873"/>
                    <a:pt x="1514945" y="-873"/>
                  </a:cubicBezTo>
                  <a:cubicBezTo>
                    <a:pt x="1919668" y="-873"/>
                    <a:pt x="2300173" y="156726"/>
                    <a:pt x="2586358" y="442911"/>
                  </a:cubicBezTo>
                  <a:cubicBezTo>
                    <a:pt x="2872543" y="729096"/>
                    <a:pt x="3029988" y="1109632"/>
                    <a:pt x="3029988" y="1514354"/>
                  </a:cubicBezTo>
                  <a:cubicBezTo>
                    <a:pt x="3029988" y="1919077"/>
                    <a:pt x="2872359" y="2299582"/>
                    <a:pt x="2586174" y="2585767"/>
                  </a:cubicBezTo>
                  <a:cubicBezTo>
                    <a:pt x="2299988" y="2871952"/>
                    <a:pt x="1919575" y="3029582"/>
                    <a:pt x="1514853" y="3029582"/>
                  </a:cubicBezTo>
                  <a:close/>
                </a:path>
              </a:pathLst>
            </a:custGeom>
            <a:solidFill>
              <a:schemeClr val="bg1"/>
            </a:solidFill>
            <a:ln w="3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FEB93A0-F6CC-DB0E-1D78-B5B88305E19C}"/>
                </a:ext>
              </a:extLst>
            </p:cNvPr>
            <p:cNvSpPr/>
            <p:nvPr/>
          </p:nvSpPr>
          <p:spPr>
            <a:xfrm>
              <a:off x="4564747" y="2428856"/>
              <a:ext cx="3062477" cy="3062447"/>
            </a:xfrm>
            <a:custGeom>
              <a:avLst/>
              <a:gdLst>
                <a:gd name="connsiteX0" fmla="*/ 1530957 w 3062477"/>
                <a:gd name="connsiteY0" fmla="*/ 31151 h 3062447"/>
                <a:gd name="connsiteX1" fmla="*/ 3023258 w 3062477"/>
                <a:gd name="connsiteY1" fmla="*/ 1527508 h 3062447"/>
                <a:gd name="connsiteX2" fmla="*/ 1526931 w 3062477"/>
                <a:gd name="connsiteY2" fmla="*/ 3019809 h 3062447"/>
                <a:gd name="connsiteX3" fmla="*/ 34600 w 3062477"/>
                <a:gd name="connsiteY3" fmla="*/ 1523451 h 3062447"/>
                <a:gd name="connsiteX4" fmla="*/ 947400 w 3062477"/>
                <a:gd name="connsiteY4" fmla="*/ 148950 h 3062447"/>
                <a:gd name="connsiteX5" fmla="*/ 1530957 w 3062477"/>
                <a:gd name="connsiteY5" fmla="*/ 31151 h 3062447"/>
                <a:gd name="connsiteX6" fmla="*/ 1530957 w 3062477"/>
                <a:gd name="connsiteY6" fmla="*/ -873 h 3062447"/>
                <a:gd name="connsiteX7" fmla="*/ -282 w 3062477"/>
                <a:gd name="connsiteY7" fmla="*/ 1530366 h 3062447"/>
                <a:gd name="connsiteX8" fmla="*/ 1530957 w 3062477"/>
                <a:gd name="connsiteY8" fmla="*/ 3061575 h 3062447"/>
                <a:gd name="connsiteX9" fmla="*/ 3062196 w 3062477"/>
                <a:gd name="connsiteY9" fmla="*/ 1530366 h 3062447"/>
                <a:gd name="connsiteX10" fmla="*/ 1530957 w 3062477"/>
                <a:gd name="connsiteY10" fmla="*/ -873 h 306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62477" h="3062447">
                  <a:moveTo>
                    <a:pt x="1530957" y="31151"/>
                  </a:moveTo>
                  <a:cubicBezTo>
                    <a:pt x="2356260" y="32267"/>
                    <a:pt x="3024394" y="702205"/>
                    <a:pt x="3023258" y="1527508"/>
                  </a:cubicBezTo>
                  <a:cubicBezTo>
                    <a:pt x="3022151" y="2352780"/>
                    <a:pt x="2352203" y="3020915"/>
                    <a:pt x="1526931" y="3019809"/>
                  </a:cubicBezTo>
                  <a:cubicBezTo>
                    <a:pt x="701628" y="3018702"/>
                    <a:pt x="33494" y="2348754"/>
                    <a:pt x="34600" y="1523451"/>
                  </a:cubicBezTo>
                  <a:cubicBezTo>
                    <a:pt x="35430" y="923605"/>
                    <a:pt x="394852" y="382389"/>
                    <a:pt x="947400" y="148950"/>
                  </a:cubicBezTo>
                  <a:cubicBezTo>
                    <a:pt x="1132012" y="70818"/>
                    <a:pt x="1330486" y="30751"/>
                    <a:pt x="1530957" y="31151"/>
                  </a:cubicBezTo>
                  <a:close/>
                  <a:moveTo>
                    <a:pt x="1530957" y="-873"/>
                  </a:moveTo>
                  <a:cubicBezTo>
                    <a:pt x="685278" y="-873"/>
                    <a:pt x="-282" y="684687"/>
                    <a:pt x="-282" y="1530366"/>
                  </a:cubicBezTo>
                  <a:cubicBezTo>
                    <a:pt x="-282" y="2376045"/>
                    <a:pt x="685278" y="3061575"/>
                    <a:pt x="1530957" y="3061575"/>
                  </a:cubicBezTo>
                  <a:cubicBezTo>
                    <a:pt x="2376636" y="3061575"/>
                    <a:pt x="3062196" y="2376045"/>
                    <a:pt x="3062196" y="1530366"/>
                  </a:cubicBezTo>
                  <a:cubicBezTo>
                    <a:pt x="3062196" y="684687"/>
                    <a:pt x="2376636" y="-873"/>
                    <a:pt x="1530957" y="-873"/>
                  </a:cubicBezTo>
                  <a:close/>
                </a:path>
              </a:pathLst>
            </a:custGeom>
            <a:solidFill>
              <a:schemeClr val="accent3"/>
            </a:solidFill>
            <a:ln w="3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488C5AF-605D-7322-3B64-F389B061B31F}"/>
                </a:ext>
              </a:extLst>
            </p:cNvPr>
            <p:cNvSpPr/>
            <p:nvPr/>
          </p:nvSpPr>
          <p:spPr>
            <a:xfrm>
              <a:off x="6095986" y="3960096"/>
              <a:ext cx="1531239" cy="1531208"/>
            </a:xfrm>
            <a:custGeom>
              <a:avLst/>
              <a:gdLst>
                <a:gd name="connsiteX0" fmla="*/ 0 w 1531239"/>
                <a:gd name="connsiteY0" fmla="*/ 1531208 h 1531208"/>
                <a:gd name="connsiteX1" fmla="*/ 1531239 w 1531239"/>
                <a:gd name="connsiteY1" fmla="*/ 0 h 1531208"/>
                <a:gd name="connsiteX2" fmla="*/ 1531239 w 1531239"/>
                <a:gd name="connsiteY2" fmla="*/ 1531208 h 1531208"/>
                <a:gd name="connsiteX3" fmla="*/ 0 w 1531239"/>
                <a:gd name="connsiteY3" fmla="*/ 1531208 h 1531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1239" h="1531208">
                  <a:moveTo>
                    <a:pt x="0" y="1531208"/>
                  </a:moveTo>
                  <a:lnTo>
                    <a:pt x="1531239" y="0"/>
                  </a:lnTo>
                  <a:lnTo>
                    <a:pt x="1531239" y="1531208"/>
                  </a:lnTo>
                  <a:lnTo>
                    <a:pt x="0" y="1531208"/>
                  </a:lnTo>
                  <a:close/>
                </a:path>
              </a:pathLst>
            </a:custGeom>
            <a:solidFill>
              <a:schemeClr val="accent3"/>
            </a:solidFill>
            <a:ln w="3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18CD1BE-83CA-6D40-CF5D-3A15A1C54F60}"/>
                </a:ext>
              </a:extLst>
            </p:cNvPr>
            <p:cNvSpPr/>
            <p:nvPr/>
          </p:nvSpPr>
          <p:spPr>
            <a:xfrm>
              <a:off x="8329873" y="2444868"/>
              <a:ext cx="3030453" cy="3030454"/>
            </a:xfrm>
            <a:custGeom>
              <a:avLst/>
              <a:gdLst>
                <a:gd name="connsiteX0" fmla="*/ 1514945 w 3030453"/>
                <a:gd name="connsiteY0" fmla="*/ 3029582 h 3030454"/>
                <a:gd name="connsiteX1" fmla="*/ 443502 w 3030453"/>
                <a:gd name="connsiteY1" fmla="*/ 2585767 h 3030454"/>
                <a:gd name="connsiteX2" fmla="*/ -282 w 3030453"/>
                <a:gd name="connsiteY2" fmla="*/ 1514354 h 3030454"/>
                <a:gd name="connsiteX3" fmla="*/ 443502 w 3030453"/>
                <a:gd name="connsiteY3" fmla="*/ 442911 h 3030454"/>
                <a:gd name="connsiteX4" fmla="*/ 1514945 w 3030453"/>
                <a:gd name="connsiteY4" fmla="*/ -873 h 3030454"/>
                <a:gd name="connsiteX5" fmla="*/ 2586358 w 3030453"/>
                <a:gd name="connsiteY5" fmla="*/ 442911 h 3030454"/>
                <a:gd name="connsiteX6" fmla="*/ 3030172 w 3030453"/>
                <a:gd name="connsiteY6" fmla="*/ 1514354 h 3030454"/>
                <a:gd name="connsiteX7" fmla="*/ 2586358 w 3030453"/>
                <a:gd name="connsiteY7" fmla="*/ 2585767 h 3030454"/>
                <a:gd name="connsiteX8" fmla="*/ 1514945 w 3030453"/>
                <a:gd name="connsiteY8" fmla="*/ 3029582 h 3030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30453" h="3030454">
                  <a:moveTo>
                    <a:pt x="1514945" y="3029582"/>
                  </a:moveTo>
                  <a:cubicBezTo>
                    <a:pt x="1110192" y="3029582"/>
                    <a:pt x="729687" y="2871952"/>
                    <a:pt x="443502" y="2585767"/>
                  </a:cubicBezTo>
                  <a:cubicBezTo>
                    <a:pt x="157316" y="2299582"/>
                    <a:pt x="-282" y="1919077"/>
                    <a:pt x="-282" y="1514354"/>
                  </a:cubicBezTo>
                  <a:cubicBezTo>
                    <a:pt x="-282" y="1109632"/>
                    <a:pt x="157316" y="729127"/>
                    <a:pt x="443502" y="442911"/>
                  </a:cubicBezTo>
                  <a:cubicBezTo>
                    <a:pt x="729687" y="156695"/>
                    <a:pt x="1110192" y="-873"/>
                    <a:pt x="1514945" y="-873"/>
                  </a:cubicBezTo>
                  <a:cubicBezTo>
                    <a:pt x="1919698" y="-873"/>
                    <a:pt x="2300172" y="156726"/>
                    <a:pt x="2586358" y="442911"/>
                  </a:cubicBezTo>
                  <a:cubicBezTo>
                    <a:pt x="2872542" y="729096"/>
                    <a:pt x="3030172" y="1109632"/>
                    <a:pt x="3030172" y="1514354"/>
                  </a:cubicBezTo>
                  <a:cubicBezTo>
                    <a:pt x="3030172" y="1919077"/>
                    <a:pt x="2872542" y="2299582"/>
                    <a:pt x="2586358" y="2585767"/>
                  </a:cubicBezTo>
                  <a:cubicBezTo>
                    <a:pt x="2300172" y="2871952"/>
                    <a:pt x="1919668" y="3029582"/>
                    <a:pt x="1514945" y="3029582"/>
                  </a:cubicBezTo>
                  <a:close/>
                </a:path>
              </a:pathLst>
            </a:custGeom>
            <a:solidFill>
              <a:schemeClr val="bg1"/>
            </a:solidFill>
            <a:ln w="3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06CE193-266F-1A1A-CD93-BB705C9C31FD}"/>
                </a:ext>
              </a:extLst>
            </p:cNvPr>
            <p:cNvSpPr/>
            <p:nvPr/>
          </p:nvSpPr>
          <p:spPr>
            <a:xfrm>
              <a:off x="8313860" y="2428856"/>
              <a:ext cx="3062447" cy="3062447"/>
            </a:xfrm>
            <a:custGeom>
              <a:avLst/>
              <a:gdLst>
                <a:gd name="connsiteX0" fmla="*/ 1530957 w 3062447"/>
                <a:gd name="connsiteY0" fmla="*/ 31151 h 3062447"/>
                <a:gd name="connsiteX1" fmla="*/ 3023196 w 3062447"/>
                <a:gd name="connsiteY1" fmla="*/ 1527570 h 3062447"/>
                <a:gd name="connsiteX2" fmla="*/ 1526809 w 3062447"/>
                <a:gd name="connsiteY2" fmla="*/ 3019809 h 3062447"/>
                <a:gd name="connsiteX3" fmla="*/ 34539 w 3062447"/>
                <a:gd name="connsiteY3" fmla="*/ 1523390 h 3062447"/>
                <a:gd name="connsiteX4" fmla="*/ 947339 w 3062447"/>
                <a:gd name="connsiteY4" fmla="*/ 148950 h 3062447"/>
                <a:gd name="connsiteX5" fmla="*/ 1530896 w 3062447"/>
                <a:gd name="connsiteY5" fmla="*/ 31151 h 3062447"/>
                <a:gd name="connsiteX6" fmla="*/ 1530957 w 3062447"/>
                <a:gd name="connsiteY6" fmla="*/ -873 h 3062447"/>
                <a:gd name="connsiteX7" fmla="*/ -282 w 3062447"/>
                <a:gd name="connsiteY7" fmla="*/ 1530366 h 3062447"/>
                <a:gd name="connsiteX8" fmla="*/ 1530957 w 3062447"/>
                <a:gd name="connsiteY8" fmla="*/ 3061575 h 3062447"/>
                <a:gd name="connsiteX9" fmla="*/ 3062165 w 3062447"/>
                <a:gd name="connsiteY9" fmla="*/ 1530366 h 3062447"/>
                <a:gd name="connsiteX10" fmla="*/ 1530957 w 3062447"/>
                <a:gd name="connsiteY10" fmla="*/ -873 h 306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62447" h="3062447">
                  <a:moveTo>
                    <a:pt x="1530957" y="31151"/>
                  </a:moveTo>
                  <a:cubicBezTo>
                    <a:pt x="2356260" y="32297"/>
                    <a:pt x="3024364" y="702266"/>
                    <a:pt x="3023196" y="1527570"/>
                  </a:cubicBezTo>
                  <a:cubicBezTo>
                    <a:pt x="3022060" y="2352842"/>
                    <a:pt x="2352081" y="3020946"/>
                    <a:pt x="1526809" y="3019809"/>
                  </a:cubicBezTo>
                  <a:cubicBezTo>
                    <a:pt x="701506" y="3018672"/>
                    <a:pt x="33402" y="2348693"/>
                    <a:pt x="34539" y="1523390"/>
                  </a:cubicBezTo>
                  <a:cubicBezTo>
                    <a:pt x="35399" y="923575"/>
                    <a:pt x="394790" y="382383"/>
                    <a:pt x="947339" y="148950"/>
                  </a:cubicBezTo>
                  <a:cubicBezTo>
                    <a:pt x="1131952" y="70818"/>
                    <a:pt x="1330425" y="30751"/>
                    <a:pt x="1530896" y="31151"/>
                  </a:cubicBezTo>
                  <a:close/>
                  <a:moveTo>
                    <a:pt x="1530957" y="-873"/>
                  </a:moveTo>
                  <a:cubicBezTo>
                    <a:pt x="685279" y="-873"/>
                    <a:pt x="-282" y="684687"/>
                    <a:pt x="-282" y="1530366"/>
                  </a:cubicBezTo>
                  <a:cubicBezTo>
                    <a:pt x="-282" y="2376045"/>
                    <a:pt x="685279" y="3061575"/>
                    <a:pt x="1530957" y="3061575"/>
                  </a:cubicBezTo>
                  <a:cubicBezTo>
                    <a:pt x="2376637" y="3061575"/>
                    <a:pt x="3062165" y="2376045"/>
                    <a:pt x="3062165" y="1530366"/>
                  </a:cubicBezTo>
                  <a:cubicBezTo>
                    <a:pt x="3062165" y="684687"/>
                    <a:pt x="2376637" y="-873"/>
                    <a:pt x="1530957" y="-873"/>
                  </a:cubicBezTo>
                  <a:close/>
                </a:path>
              </a:pathLst>
            </a:custGeom>
            <a:solidFill>
              <a:schemeClr val="accent4"/>
            </a:solidFill>
            <a:ln w="3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98347BB-F704-DE3A-882E-A000CC8942B6}"/>
                </a:ext>
              </a:extLst>
            </p:cNvPr>
            <p:cNvSpPr/>
            <p:nvPr/>
          </p:nvSpPr>
          <p:spPr>
            <a:xfrm>
              <a:off x="9845099" y="3960096"/>
              <a:ext cx="1531238" cy="1531208"/>
            </a:xfrm>
            <a:custGeom>
              <a:avLst/>
              <a:gdLst>
                <a:gd name="connsiteX0" fmla="*/ 0 w 1531238"/>
                <a:gd name="connsiteY0" fmla="*/ 1531208 h 1531208"/>
                <a:gd name="connsiteX1" fmla="*/ 1531239 w 1531238"/>
                <a:gd name="connsiteY1" fmla="*/ 0 h 1531208"/>
                <a:gd name="connsiteX2" fmla="*/ 1531239 w 1531238"/>
                <a:gd name="connsiteY2" fmla="*/ 1531208 h 1531208"/>
                <a:gd name="connsiteX3" fmla="*/ 0 w 1531238"/>
                <a:gd name="connsiteY3" fmla="*/ 1531208 h 1531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1238" h="1531208">
                  <a:moveTo>
                    <a:pt x="0" y="1531208"/>
                  </a:moveTo>
                  <a:lnTo>
                    <a:pt x="1531239" y="0"/>
                  </a:lnTo>
                  <a:lnTo>
                    <a:pt x="1531239" y="1531208"/>
                  </a:lnTo>
                  <a:lnTo>
                    <a:pt x="0" y="1531208"/>
                  </a:lnTo>
                  <a:close/>
                </a:path>
              </a:pathLst>
            </a:custGeom>
            <a:solidFill>
              <a:schemeClr val="accent4"/>
            </a:solidFill>
            <a:ln w="30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1A404F5-E393-8E90-3241-8EA2AFD61B69}"/>
                </a:ext>
              </a:extLst>
            </p:cNvPr>
            <p:cNvSpPr txBox="1"/>
            <p:nvPr/>
          </p:nvSpPr>
          <p:spPr>
            <a:xfrm>
              <a:off x="988892" y="2872046"/>
              <a:ext cx="2616894" cy="2031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b="1" dirty="0">
                  <a:latin typeface="Montserrat" panose="00000500000000000000" pitchFamily="2" charset="0"/>
                </a:rPr>
                <a:t>KNOWLEDGE REPRESENTATION</a:t>
              </a:r>
            </a:p>
            <a:p>
              <a:pPr algn="ctr"/>
              <a:r>
                <a:rPr lang="en-US" dirty="0"/>
                <a:t>Environmental observations are represented as facts that can be reasoned about.</a:t>
              </a:r>
              <a:endParaRPr lang="en-IN" dirty="0">
                <a:solidFill>
                  <a:schemeClr val="bg2">
                    <a:lumMod val="10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F183A26-8BCC-C8BD-0ACA-EE2F240D7048}"/>
                </a:ext>
              </a:extLst>
            </p:cNvPr>
            <p:cNvSpPr txBox="1"/>
            <p:nvPr/>
          </p:nvSpPr>
          <p:spPr>
            <a:xfrm>
              <a:off x="4814697" y="3010429"/>
              <a:ext cx="2616894" cy="1815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 b="1" dirty="0">
                  <a:latin typeface="Montserrat" panose="00000500000000000000" pitchFamily="2" charset="0"/>
                </a:rPr>
                <a:t>FORWARD</a:t>
              </a:r>
              <a:r>
                <a:rPr lang="en-IN" sz="1600" dirty="0"/>
                <a:t> </a:t>
              </a:r>
              <a:r>
                <a:rPr lang="en-IN" sz="1600" b="1" dirty="0">
                  <a:latin typeface="Montserrat" panose="00000500000000000000" pitchFamily="2" charset="0"/>
                </a:rPr>
                <a:t>CHAINING</a:t>
              </a:r>
            </a:p>
            <a:p>
              <a:pPr algn="ctr"/>
              <a:endParaRPr lang="en-US" sz="1600" dirty="0">
                <a:latin typeface="Montserrat" panose="00000500000000000000" pitchFamily="2" charset="0"/>
              </a:endParaRPr>
            </a:p>
            <a:p>
              <a:pPr algn="ctr"/>
              <a:r>
                <a:rPr lang="en-US" sz="1600" dirty="0">
                  <a:latin typeface="Montserrat" panose="00000500000000000000" pitchFamily="2" charset="0"/>
                </a:rPr>
                <a:t>Environmental facts are passed through ecological rules to derive conclusions.</a:t>
              </a:r>
            </a:p>
            <a:p>
              <a:pPr algn="ctr"/>
              <a:endParaRPr lang="en-US" sz="1600" b="1" dirty="0">
                <a:latin typeface="Montserrat" panose="00000500000000000000" pitchFamily="2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14F260C-0850-C767-2067-0FCFADEAD4FB}"/>
                </a:ext>
              </a:extLst>
            </p:cNvPr>
            <p:cNvSpPr txBox="1"/>
            <p:nvPr/>
          </p:nvSpPr>
          <p:spPr>
            <a:xfrm>
              <a:off x="8420811" y="3010429"/>
              <a:ext cx="2616894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600" b="1" dirty="0">
                  <a:latin typeface="Montserrat" panose="00000500000000000000" pitchFamily="2" charset="0"/>
                </a:rPr>
                <a:t>UNSUPERVISED LEARNING</a:t>
              </a:r>
            </a:p>
            <a:p>
              <a:pPr algn="ctr"/>
              <a:r>
                <a:rPr lang="en-US" sz="1600" dirty="0">
                  <a:latin typeface="Montserrat" panose="00000500000000000000" pitchFamily="2" charset="0"/>
                </a:rPr>
                <a:t>Clustering is used to discover environmental patterns without requiring manually labelled restoration data.</a:t>
              </a:r>
            </a:p>
            <a:p>
              <a:pPr algn="ctr"/>
              <a:endParaRPr lang="en-IN" sz="1600" b="1" dirty="0">
                <a:solidFill>
                  <a:schemeClr val="bg2">
                    <a:lumMod val="10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946EE1F-5163-B06E-A8E0-A1D7DE8093DB}"/>
                </a:ext>
              </a:extLst>
            </p:cNvPr>
            <p:cNvSpPr txBox="1"/>
            <p:nvPr/>
          </p:nvSpPr>
          <p:spPr>
            <a:xfrm>
              <a:off x="3120571" y="4876712"/>
              <a:ext cx="5361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01</a:t>
              </a:r>
              <a:endParaRPr lang="en-IN" sz="20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9839349-464B-8DB1-CEBE-264982F23C3D}"/>
                </a:ext>
              </a:extLst>
            </p:cNvPr>
            <p:cNvSpPr txBox="1"/>
            <p:nvPr/>
          </p:nvSpPr>
          <p:spPr>
            <a:xfrm>
              <a:off x="6861605" y="4876712"/>
              <a:ext cx="5361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02</a:t>
              </a:r>
              <a:endParaRPr lang="en-IN" sz="20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4A19369-648B-4FFE-0D43-631868F3C559}"/>
                </a:ext>
              </a:extLst>
            </p:cNvPr>
            <p:cNvSpPr txBox="1"/>
            <p:nvPr/>
          </p:nvSpPr>
          <p:spPr>
            <a:xfrm>
              <a:off x="10610718" y="4876712"/>
              <a:ext cx="5361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03</a:t>
              </a:r>
              <a:endParaRPr lang="en-IN" sz="20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0490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D6EA26-2889-3059-04CC-83C776028D79}"/>
              </a:ext>
            </a:extLst>
          </p:cNvPr>
          <p:cNvSpPr txBox="1"/>
          <p:nvPr/>
        </p:nvSpPr>
        <p:spPr>
          <a:xfrm>
            <a:off x="657725" y="529389"/>
            <a:ext cx="11053012" cy="21236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dirty="0">
                <a:latin typeface="Montserrat" panose="00000500000000000000" pitchFamily="2" charset="0"/>
              </a:rPr>
              <a:t>Technology &amp; Data</a:t>
            </a:r>
          </a:p>
          <a:p>
            <a:pPr>
              <a:buNone/>
            </a:pPr>
            <a:r>
              <a:rPr lang="en-US" sz="2400" b="1" dirty="0">
                <a:latin typeface="Montserrat" panose="00000500000000000000" pitchFamily="2" charset="0"/>
              </a:rPr>
              <a:t>Technology Stack</a:t>
            </a:r>
          </a:p>
          <a:p>
            <a:pPr>
              <a:buNone/>
            </a:pPr>
            <a:endParaRPr lang="en-US" dirty="0">
              <a:latin typeface="Montserrat" panose="00000500000000000000" pitchFamily="2" charset="0"/>
            </a:endParaRPr>
          </a:p>
          <a:p>
            <a:pPr>
              <a:buNone/>
            </a:pPr>
            <a:endParaRPr lang="en-US" b="1" dirty="0">
              <a:latin typeface="Montserrat" panose="00000500000000000000" pitchFamily="2" charset="0"/>
            </a:endParaRPr>
          </a:p>
          <a:p>
            <a:pPr>
              <a:buNone/>
            </a:pPr>
            <a:endParaRPr lang="en-US" b="1" dirty="0">
              <a:latin typeface="Montserrat" panose="00000500000000000000" pitchFamily="2" charset="0"/>
            </a:endParaRPr>
          </a:p>
          <a:p>
            <a:endParaRPr lang="en-US" b="1" dirty="0">
              <a:latin typeface="Montserrat" panose="00000500000000000000" pitchFamily="2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75E1E74-648F-A0CF-AFE5-E5CFBB989B28}"/>
              </a:ext>
            </a:extLst>
          </p:cNvPr>
          <p:cNvSpPr/>
          <p:nvPr/>
        </p:nvSpPr>
        <p:spPr>
          <a:xfrm>
            <a:off x="810125" y="5474812"/>
            <a:ext cx="9737558" cy="7450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Montserrat" panose="00000500000000000000" pitchFamily="2" charset="0"/>
            </a:endParaRPr>
          </a:p>
          <a:p>
            <a:pPr algn="ctr"/>
            <a:r>
              <a:rPr lang="en-US" b="1" dirty="0">
                <a:latin typeface="Montserrat" panose="00000500000000000000" pitchFamily="2" charset="0"/>
              </a:rPr>
              <a:t>Python</a:t>
            </a:r>
            <a:r>
              <a:rPr lang="en-US" dirty="0">
                <a:latin typeface="Montserrat" panose="00000500000000000000" pitchFamily="2" charset="0"/>
              </a:rPr>
              <a:t> will handle the environmental analysis, machine learning, and reasoning components.</a:t>
            </a:r>
          </a:p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3EB10FD-F24B-1096-4CDB-E0E97D4E6876}"/>
              </a:ext>
            </a:extLst>
          </p:cNvPr>
          <p:cNvSpPr/>
          <p:nvPr/>
        </p:nvSpPr>
        <p:spPr>
          <a:xfrm>
            <a:off x="810125" y="2569494"/>
            <a:ext cx="9737558" cy="60271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Montserrat" panose="00000500000000000000" pitchFamily="2" charset="0"/>
            </a:endParaRPr>
          </a:p>
          <a:p>
            <a:pPr algn="ctr"/>
            <a:r>
              <a:rPr lang="en-US" b="1" dirty="0">
                <a:latin typeface="Montserrat" panose="00000500000000000000" pitchFamily="2" charset="0"/>
              </a:rPr>
              <a:t>Scikit-learn</a:t>
            </a:r>
            <a:r>
              <a:rPr lang="en-US" dirty="0">
                <a:latin typeface="Montserrat" panose="00000500000000000000" pitchFamily="2" charset="0"/>
              </a:rPr>
              <a:t> will be used for the unsupervised machine-learning component.</a:t>
            </a:r>
          </a:p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E3CC494-089B-0B43-43DA-DF26512C01AB}"/>
              </a:ext>
            </a:extLst>
          </p:cNvPr>
          <p:cNvSpPr/>
          <p:nvPr/>
        </p:nvSpPr>
        <p:spPr>
          <a:xfrm>
            <a:off x="810125" y="3291795"/>
            <a:ext cx="9737558" cy="119879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Montserrat" panose="00000500000000000000" pitchFamily="2" charset="0"/>
              </a:rPr>
              <a:t>Dynamic World</a:t>
            </a:r>
            <a:r>
              <a:rPr lang="en-US" dirty="0">
                <a:latin typeface="Montserrat" panose="00000500000000000000" pitchFamily="2" charset="0"/>
              </a:rPr>
              <a:t> will provide land-cover information such as trees, grass, water, crops, shrubland, and built-up areas.</a:t>
            </a:r>
          </a:p>
          <a:p>
            <a:pPr algn="ctr"/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23F66BF-F134-87E6-0958-1D5CC527F2C6}"/>
              </a:ext>
            </a:extLst>
          </p:cNvPr>
          <p:cNvSpPr/>
          <p:nvPr/>
        </p:nvSpPr>
        <p:spPr>
          <a:xfrm>
            <a:off x="810125" y="4610181"/>
            <a:ext cx="9737558" cy="74504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  <a:p>
            <a:pPr algn="ctr"/>
            <a:r>
              <a:rPr lang="en-US" b="1" dirty="0">
                <a:latin typeface="Montserrat" panose="00000500000000000000" pitchFamily="2" charset="0"/>
              </a:rPr>
              <a:t>Google Earth Engine</a:t>
            </a:r>
            <a:r>
              <a:rPr lang="en-US" dirty="0">
                <a:latin typeface="Montserrat" panose="00000500000000000000" pitchFamily="2" charset="0"/>
              </a:rPr>
              <a:t> will provide access to geospatial environmental data for the selected region.</a:t>
            </a:r>
          </a:p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FBE26AC-D34C-AA91-100F-8CE47E18F6EB}"/>
              </a:ext>
            </a:extLst>
          </p:cNvPr>
          <p:cNvSpPr/>
          <p:nvPr/>
        </p:nvSpPr>
        <p:spPr>
          <a:xfrm>
            <a:off x="810125" y="1679873"/>
            <a:ext cx="9737558" cy="7700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Montserrat" panose="00000500000000000000" pitchFamily="2" charset="0"/>
            </a:endParaRPr>
          </a:p>
          <a:p>
            <a:pPr algn="ctr"/>
            <a:r>
              <a:rPr lang="en-US" b="1" dirty="0" err="1">
                <a:latin typeface="Montserrat" panose="00000500000000000000" pitchFamily="2" charset="0"/>
              </a:rPr>
              <a:t>Streamlit</a:t>
            </a:r>
            <a:r>
              <a:rPr lang="en-US" dirty="0">
                <a:latin typeface="Montserrat" panose="00000500000000000000" pitchFamily="2" charset="0"/>
              </a:rPr>
              <a:t> will provide the interactive web interface through which users can enter a location and radius and view the results.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8209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974D6A93-3770-8A28-35F5-A7BD66CC2E16}"/>
              </a:ext>
            </a:extLst>
          </p:cNvPr>
          <p:cNvSpPr/>
          <p:nvPr/>
        </p:nvSpPr>
        <p:spPr>
          <a:xfrm>
            <a:off x="923927" y="1811547"/>
            <a:ext cx="10809369" cy="1045657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45220D-279F-47ED-A3F2-2EB1243FCAC2}"/>
              </a:ext>
            </a:extLst>
          </p:cNvPr>
          <p:cNvSpPr/>
          <p:nvPr/>
        </p:nvSpPr>
        <p:spPr>
          <a:xfrm>
            <a:off x="4655544" y="656222"/>
            <a:ext cx="2880917" cy="5909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defRPr/>
            </a:pPr>
            <a:r>
              <a:rPr lang="en-IN" sz="3600" b="1" dirty="0">
                <a:latin typeface="Montserrat" panose="00000500000000000000" pitchFamily="2" charset="0"/>
              </a:rPr>
              <a:t>Conclusion</a:t>
            </a:r>
            <a:endParaRPr lang="en-US" sz="3600" b="1" dirty="0">
              <a:solidFill>
                <a:prstClr val="black">
                  <a:lumMod val="85000"/>
                  <a:lumOff val="15000"/>
                </a:prstClr>
              </a:solidFill>
              <a:latin typeface="Montserrat" panose="00000500000000000000" pitchFamily="2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9A1A390-C8AE-6951-558C-54E552911746}"/>
              </a:ext>
            </a:extLst>
          </p:cNvPr>
          <p:cNvSpPr/>
          <p:nvPr/>
        </p:nvSpPr>
        <p:spPr>
          <a:xfrm>
            <a:off x="923927" y="3238985"/>
            <a:ext cx="10998679" cy="102636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D76D30-1808-2F29-DB9D-2FFDFA048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741" y="2051229"/>
            <a:ext cx="991401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GreenTrace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 analyses environmental characteristics within a user-defined geographical area.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E49E7E-72F0-9F27-4B5A-5CBA696CB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741" y="3487553"/>
            <a:ext cx="1030962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It combines machine learning with knowledge-based reasoning to identify and interpret potential ecological gaps.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3A90DB6-FAA6-C562-1F98-9E542FC77774}"/>
              </a:ext>
            </a:extLst>
          </p:cNvPr>
          <p:cNvSpPr/>
          <p:nvPr/>
        </p:nvSpPr>
        <p:spPr>
          <a:xfrm>
            <a:off x="923927" y="4804913"/>
            <a:ext cx="10809369" cy="11128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137068-D522-2086-3A7B-A79ABCFE0A78}"/>
              </a:ext>
            </a:extLst>
          </p:cNvPr>
          <p:cNvSpPr txBox="1"/>
          <p:nvPr/>
        </p:nvSpPr>
        <p:spPr>
          <a:xfrm>
            <a:off x="1413676" y="5038151"/>
            <a:ext cx="98543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Montserrat" panose="00000500000000000000" pitchFamily="2" charset="0"/>
              </a:rPr>
              <a:t>The system provides evidence for restoration decisions while keeping the final decision with humans.</a:t>
            </a:r>
            <a:endParaRPr lang="en-IN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554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723190-431B-2158-9EFD-6F5374206422}"/>
              </a:ext>
            </a:extLst>
          </p:cNvPr>
          <p:cNvSpPr txBox="1"/>
          <p:nvPr/>
        </p:nvSpPr>
        <p:spPr>
          <a:xfrm>
            <a:off x="3392697" y="2828835"/>
            <a:ext cx="54066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accent1">
                    <a:lumMod val="75000"/>
                  </a:schemeClr>
                </a:solidFill>
                <a:latin typeface="Montserrat" panose="00000500000000000000" pitchFamily="2" charset="0"/>
              </a:rPr>
              <a:t>Thank You</a:t>
            </a:r>
            <a:endParaRPr lang="en-IN" sz="7200" b="1" dirty="0">
              <a:solidFill>
                <a:schemeClr val="accent1">
                  <a:lumMod val="75000"/>
                </a:schemeClr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510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420</Words>
  <Application>Microsoft Office PowerPoint</Application>
  <PresentationFormat>Widescreen</PresentationFormat>
  <Paragraphs>71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Nithya Balu</dc:creator>
  <cp:lastModifiedBy>Maha S</cp:lastModifiedBy>
  <cp:revision>4</cp:revision>
  <dcterms:created xsi:type="dcterms:W3CDTF">2025-04-15T09:01:22Z</dcterms:created>
  <dcterms:modified xsi:type="dcterms:W3CDTF">2026-09-14T16:59:21Z</dcterms:modified>
</cp:coreProperties>
</file>